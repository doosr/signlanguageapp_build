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400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78D7"/>
                </a:solidFill>
              </a:defRPr>
            </a:pPr>
            <a:r>
              <a:t>SignLens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23232"/>
                </a:solidFill>
              </a:defRPr>
            </a:pPr>
            <a:r>
              <a:t>Intelligence Artificielle pour l'Inclusion Sociale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Présenté par: Votre Nom</a:t>
            </a:r>
            <a:br/>
            <a:r>
              <a:t>Projet de Fin d'Année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1. La Problématique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Un monde invisible pour beaucoup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400"/>
              </a:spcBef>
              <a:defRPr sz="2000">
                <a:solidFill>
                  <a:srgbClr val="323232"/>
                </a:solidFill>
              </a:defRPr>
            </a:pPr>
            <a:r>
              <a:t>Isolation Sociale: Les personnes sourdes et malentendantes vivent une exclusion quotidienne.</a:t>
            </a:r>
          </a:p>
          <a:p>
            <a:pPr>
              <a:spcBef>
                <a:spcPts val="1400"/>
              </a:spcBef>
              <a:defRPr sz="2000">
                <a:solidFill>
                  <a:srgbClr val="323232"/>
                </a:solidFill>
              </a:defRPr>
            </a:pPr>
            <a:r>
              <a:t>Barrière Linguistique: La majorité des entendants ne comprennent pas la Langue des Signes.</a:t>
            </a:r>
          </a:p>
          <a:p>
            <a:pPr>
              <a:spcBef>
                <a:spcPts val="1400"/>
              </a:spcBef>
              <a:defRPr sz="2000">
                <a:solidFill>
                  <a:srgbClr val="323232"/>
                </a:solidFill>
              </a:defRPr>
            </a:pPr>
            <a:r>
              <a:t>Manque d'Accessibilité: Peu d'outils technologiques sont réellement adaptés, mobiles et rapides.</a:t>
            </a:r>
          </a:p>
          <a:p>
            <a:pPr>
              <a:spcBef>
                <a:spcPts val="1400"/>
              </a:spcBef>
              <a:defRPr sz="2000">
                <a:solidFill>
                  <a:srgbClr val="323232"/>
                </a:solidFill>
              </a:defRPr>
            </a:pPr>
            <a:r>
              <a:t>Besoin: Une solution portable, instantanée et bidirectionnelle.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2. La Solution: SignLens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Innovation Technique et Sociale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Une approche hybride :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📱 Application Mobile Flutter (Android)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🧠 IA Embarquée (TFLite LSTM) - Haute Précision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📷 Caméra Externe ESP32 (Flexibilité)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🌐 Mode Hors-Ligne (Pas d'internet requis)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🗣️ Texte-vers-Parole (TTS)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2743200" cy="457200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2011680"/>
            <a:ext cx="2377440" cy="4206240"/>
          </a:xfrm>
          <a:prstGeom prst="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SignLens</a:t>
            </a:r>
          </a:p>
          <a:p/>
          <a:p>
            <a:r>
              <a:t>Reconnaissance</a:t>
            </a:r>
          </a:p>
          <a:p>
            <a:r>
              <a:t>En Cours...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3. Architecture Technique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Comment ça marche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286000" cy="182880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Flux Vidéo</a:t>
            </a:r>
          </a:p>
          <a:p>
            <a:r>
              <a:t>(Téléphone / ESP32)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3474720"/>
            <a:ext cx="731520" cy="365760"/>
          </a:xfrm>
          <a:prstGeom prst="rightArrow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286000"/>
            <a:ext cx="2286000" cy="2743200"/>
          </a:xfrm>
          <a:prstGeom prst="round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Intelligence Artificielle</a:t>
            </a:r>
          </a:p>
          <a:p/>
          <a:p>
            <a:r>
              <a:t>1. MediaPipe (Mains)</a:t>
            </a:r>
          </a:p>
          <a:p>
            <a:r>
              <a:t>2. Normalisation</a:t>
            </a:r>
          </a:p>
          <a:p>
            <a:r>
              <a:t>3. LSTM (Séquence)</a:t>
            </a:r>
          </a:p>
          <a:p>
            <a:r>
              <a:t>4. TFLite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3474720"/>
            <a:ext cx="731520" cy="365760"/>
          </a:xfrm>
          <a:prstGeom prst="rightArrow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2743200"/>
            <a:ext cx="2286000" cy="1828800"/>
          </a:xfrm>
          <a:prstGeom prst="round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Communication</a:t>
            </a:r>
          </a:p>
          <a:p/>
          <a:p>
            <a:r>
              <a:t>Texte &amp; Audio (TTS)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4. Le Cerveau : Modèle LSTM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Précision Chirurgicale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400"/>
              </a:spcBef>
              <a:defRPr sz="2000"/>
            </a:pPr>
            <a:r>
              <a:t>Pourquoi LSTM (Long Short-Term Memory) ?</a:t>
            </a:r>
          </a:p>
          <a:p>
            <a:pPr lvl="1">
              <a:spcBef>
                <a:spcPts val="1400"/>
              </a:spcBef>
              <a:defRPr sz="2000"/>
            </a:pPr>
            <a:r>
              <a:t>   - Analyse le GESTE dans le TEMPS (pas juste une photo)</a:t>
            </a:r>
          </a:p>
          <a:p>
            <a:pPr lvl="1">
              <a:spcBef>
                <a:spcPts val="1400"/>
              </a:spcBef>
              <a:defRPr sz="2000"/>
            </a:pPr>
            <a:r>
              <a:t>   - Comprend la vitesse et la direction du mouvement</a:t>
            </a:r>
          </a:p>
          <a:p>
            <a:pPr>
              <a:spcBef>
                <a:spcPts val="1400"/>
              </a:spcBef>
              <a:defRPr sz="2000"/>
            </a:pPr>
            <a:r>
              <a:t>Architecture :</a:t>
            </a:r>
          </a:p>
          <a:p>
            <a:pPr lvl="1">
              <a:spcBef>
                <a:spcPts val="1400"/>
              </a:spcBef>
              <a:defRPr sz="2000"/>
            </a:pPr>
            <a:r>
              <a:t>   - Entrée : Séquence de 15 images (0.5s)</a:t>
            </a:r>
          </a:p>
          <a:p>
            <a:pPr lvl="1">
              <a:spcBef>
                <a:spcPts val="1400"/>
              </a:spcBef>
              <a:defRPr sz="2000"/>
            </a:pPr>
            <a:r>
              <a:t>   - 84 points clés (Mains)</a:t>
            </a:r>
          </a:p>
          <a:p>
            <a:pPr lvl="1">
              <a:spcBef>
                <a:spcPts val="1400"/>
              </a:spcBef>
              <a:defRPr sz="2000"/>
            </a:pPr>
            <a:r>
              <a:t>   - Précision actuelle : &gt; 95% sur les mots entraînés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0078D7"/>
                </a:solidFill>
              </a:defRPr>
            </a:pPr>
            <a:r>
              <a:t>SignLens n'est pas juste une application.</a:t>
            </a:r>
            <a:br/>
            <a:r>
              <a:t>C'est un pont vers l'autre.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