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Canva Sans" panose="020B0604020202020204" charset="0"/>
      <p:regular r:id="rId22"/>
    </p:embeddedFont>
    <p:embeddedFont>
      <p:font typeface="Canva Sans Bold" panose="020B0604020202020204" charset="0"/>
      <p:regular r:id="rId23"/>
    </p:embeddedFont>
    <p:embeddedFont>
      <p:font typeface="Poppins" panose="00000500000000000000" pitchFamily="2" charset="0"/>
      <p:regular r:id="rId24"/>
    </p:embeddedFont>
    <p:embeddedFont>
      <p:font typeface="Poppins Bold" panose="00000800000000000000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1344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image" Target="../media/image2.sv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eg"/><Relationship Id="rId3" Type="http://schemas.openxmlformats.org/officeDocument/2006/relationships/image" Target="../media/image30.svg"/><Relationship Id="rId7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27.svg"/><Relationship Id="rId10" Type="http://schemas.openxmlformats.org/officeDocument/2006/relationships/image" Target="../media/image35.png"/><Relationship Id="rId4" Type="http://schemas.openxmlformats.org/officeDocument/2006/relationships/image" Target="../media/image26.png"/><Relationship Id="rId9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jpeg"/><Relationship Id="rId3" Type="http://schemas.openxmlformats.org/officeDocument/2006/relationships/image" Target="../media/image30.svg"/><Relationship Id="rId7" Type="http://schemas.openxmlformats.org/officeDocument/2006/relationships/image" Target="../media/image38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jpeg"/><Relationship Id="rId5" Type="http://schemas.openxmlformats.org/officeDocument/2006/relationships/image" Target="../media/image27.svg"/><Relationship Id="rId10" Type="http://schemas.openxmlformats.org/officeDocument/2006/relationships/image" Target="../media/image40.jpeg"/><Relationship Id="rId4" Type="http://schemas.openxmlformats.org/officeDocument/2006/relationships/image" Target="../media/image26.png"/><Relationship Id="rId9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30.svg"/><Relationship Id="rId7" Type="http://schemas.openxmlformats.org/officeDocument/2006/relationships/image" Target="../media/image41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7" Type="http://schemas.openxmlformats.org/officeDocument/2006/relationships/image" Target="../media/image44.jpe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e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jpeg"/><Relationship Id="rId5" Type="http://schemas.openxmlformats.org/officeDocument/2006/relationships/image" Target="../media/image45.jpeg"/><Relationship Id="rId4" Type="http://schemas.openxmlformats.org/officeDocument/2006/relationships/image" Target="../media/image22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sv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jpeg"/><Relationship Id="rId5" Type="http://schemas.openxmlformats.org/officeDocument/2006/relationships/image" Target="../media/image50.jpeg"/><Relationship Id="rId4" Type="http://schemas.openxmlformats.org/officeDocument/2006/relationships/image" Target="../media/image4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658103" y="3088350"/>
            <a:ext cx="9032145" cy="4110299"/>
            <a:chOff x="0" y="0"/>
            <a:chExt cx="2378837" cy="108254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8837" cy="1082548"/>
            </a:xfrm>
            <a:custGeom>
              <a:avLst/>
              <a:gdLst/>
              <a:ahLst/>
              <a:cxnLst/>
              <a:rect l="l" t="t" r="r" b="b"/>
              <a:pathLst>
                <a:path w="2378837" h="1082548">
                  <a:moveTo>
                    <a:pt x="11143" y="0"/>
                  </a:moveTo>
                  <a:lnTo>
                    <a:pt x="2367694" y="0"/>
                  </a:lnTo>
                  <a:cubicBezTo>
                    <a:pt x="2370649" y="0"/>
                    <a:pt x="2373483" y="1174"/>
                    <a:pt x="2375573" y="3264"/>
                  </a:cubicBezTo>
                  <a:cubicBezTo>
                    <a:pt x="2377663" y="5353"/>
                    <a:pt x="2378837" y="8188"/>
                    <a:pt x="2378837" y="11143"/>
                  </a:cubicBezTo>
                  <a:lnTo>
                    <a:pt x="2378837" y="1071405"/>
                  </a:lnTo>
                  <a:cubicBezTo>
                    <a:pt x="2378837" y="1077559"/>
                    <a:pt x="2373848" y="1082548"/>
                    <a:pt x="2367694" y="1082548"/>
                  </a:cubicBezTo>
                  <a:lnTo>
                    <a:pt x="11143" y="1082548"/>
                  </a:lnTo>
                  <a:cubicBezTo>
                    <a:pt x="8188" y="1082548"/>
                    <a:pt x="5353" y="1081374"/>
                    <a:pt x="3264" y="1079284"/>
                  </a:cubicBezTo>
                  <a:cubicBezTo>
                    <a:pt x="1174" y="1077194"/>
                    <a:pt x="0" y="1074360"/>
                    <a:pt x="0" y="1071405"/>
                  </a:cubicBezTo>
                  <a:lnTo>
                    <a:pt x="0" y="11143"/>
                  </a:lnTo>
                  <a:cubicBezTo>
                    <a:pt x="0" y="8188"/>
                    <a:pt x="1174" y="5353"/>
                    <a:pt x="3264" y="3264"/>
                  </a:cubicBezTo>
                  <a:cubicBezTo>
                    <a:pt x="5353" y="1174"/>
                    <a:pt x="8188" y="0"/>
                    <a:pt x="1114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05066D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78837" cy="11206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8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041496" y="5143500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5619411" y="6175707"/>
            <a:ext cx="7109530" cy="638016"/>
            <a:chOff x="0" y="0"/>
            <a:chExt cx="1872469" cy="1680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872469" cy="168037"/>
            </a:xfrm>
            <a:custGeom>
              <a:avLst/>
              <a:gdLst/>
              <a:ahLst/>
              <a:cxnLst/>
              <a:rect l="l" t="t" r="r" b="b"/>
              <a:pathLst>
                <a:path w="1872469" h="168037">
                  <a:moveTo>
                    <a:pt x="18512" y="0"/>
                  </a:moveTo>
                  <a:lnTo>
                    <a:pt x="1853957" y="0"/>
                  </a:lnTo>
                  <a:cubicBezTo>
                    <a:pt x="1864181" y="0"/>
                    <a:pt x="1872469" y="8288"/>
                    <a:pt x="1872469" y="18512"/>
                  </a:cubicBezTo>
                  <a:lnTo>
                    <a:pt x="1872469" y="149525"/>
                  </a:lnTo>
                  <a:cubicBezTo>
                    <a:pt x="1872469" y="159749"/>
                    <a:pt x="1864181" y="168037"/>
                    <a:pt x="1853957" y="168037"/>
                  </a:cubicBezTo>
                  <a:lnTo>
                    <a:pt x="18512" y="168037"/>
                  </a:lnTo>
                  <a:cubicBezTo>
                    <a:pt x="8288" y="168037"/>
                    <a:pt x="0" y="159749"/>
                    <a:pt x="0" y="149525"/>
                  </a:cubicBezTo>
                  <a:lnTo>
                    <a:pt x="0" y="18512"/>
                  </a:lnTo>
                  <a:cubicBezTo>
                    <a:pt x="0" y="8288"/>
                    <a:pt x="8288" y="0"/>
                    <a:pt x="18512" y="0"/>
                  </a:cubicBezTo>
                  <a:close/>
                </a:path>
              </a:pathLst>
            </a:custGeom>
            <a:solidFill>
              <a:srgbClr val="05066D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872469" cy="206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8"/>
                </a:lnSpc>
              </a:pPr>
              <a:r>
                <a:rPr lang="en-US" sz="244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Réalisé par Guetari Jihene</a:t>
              </a:r>
            </a:p>
          </p:txBody>
        </p:sp>
      </p:grpSp>
      <p:sp>
        <p:nvSpPr>
          <p:cNvPr id="9" name="Freeform 9"/>
          <p:cNvSpPr/>
          <p:nvPr/>
        </p:nvSpPr>
        <p:spPr>
          <a:xfrm>
            <a:off x="13037465" y="4783917"/>
            <a:ext cx="508095" cy="493876"/>
          </a:xfrm>
          <a:custGeom>
            <a:avLst/>
            <a:gdLst/>
            <a:ahLst/>
            <a:cxnLst/>
            <a:rect l="l" t="t" r="r" b="b"/>
            <a:pathLst>
              <a:path w="508095" h="493876">
                <a:moveTo>
                  <a:pt x="0" y="0"/>
                </a:moveTo>
                <a:lnTo>
                  <a:pt x="508094" y="0"/>
                </a:lnTo>
                <a:lnTo>
                  <a:pt x="508094" y="493875"/>
                </a:lnTo>
                <a:lnTo>
                  <a:pt x="0" y="4938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0" name="Group 10"/>
          <p:cNvGrpSpPr/>
          <p:nvPr/>
        </p:nvGrpSpPr>
        <p:grpSpPr>
          <a:xfrm>
            <a:off x="13086458" y="7682772"/>
            <a:ext cx="3590688" cy="638016"/>
            <a:chOff x="0" y="0"/>
            <a:chExt cx="945696" cy="16803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5696" cy="168037"/>
            </a:xfrm>
            <a:custGeom>
              <a:avLst/>
              <a:gdLst/>
              <a:ahLst/>
              <a:cxnLst/>
              <a:rect l="l" t="t" r="r" b="b"/>
              <a:pathLst>
                <a:path w="945696" h="168037">
                  <a:moveTo>
                    <a:pt x="36654" y="0"/>
                  </a:moveTo>
                  <a:lnTo>
                    <a:pt x="909042" y="0"/>
                  </a:lnTo>
                  <a:cubicBezTo>
                    <a:pt x="918763" y="0"/>
                    <a:pt x="928086" y="3862"/>
                    <a:pt x="934960" y="10736"/>
                  </a:cubicBezTo>
                  <a:cubicBezTo>
                    <a:pt x="941834" y="17610"/>
                    <a:pt x="945696" y="26933"/>
                    <a:pt x="945696" y="36654"/>
                  </a:cubicBezTo>
                  <a:lnTo>
                    <a:pt x="945696" y="131383"/>
                  </a:lnTo>
                  <a:cubicBezTo>
                    <a:pt x="945696" y="151627"/>
                    <a:pt x="929285" y="168037"/>
                    <a:pt x="909042" y="168037"/>
                  </a:cubicBezTo>
                  <a:lnTo>
                    <a:pt x="36654" y="168037"/>
                  </a:lnTo>
                  <a:cubicBezTo>
                    <a:pt x="16410" y="168037"/>
                    <a:pt x="0" y="151627"/>
                    <a:pt x="0" y="131383"/>
                  </a:cubicBezTo>
                  <a:lnTo>
                    <a:pt x="0" y="36654"/>
                  </a:lnTo>
                  <a:cubicBezTo>
                    <a:pt x="0" y="16410"/>
                    <a:pt x="16410" y="0"/>
                    <a:pt x="36654" y="0"/>
                  </a:cubicBezTo>
                  <a:close/>
                </a:path>
              </a:pathLst>
            </a:custGeom>
            <a:solidFill>
              <a:srgbClr val="05066D"/>
            </a:solidFill>
            <a:ln cap="sq">
              <a:noFill/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945696" cy="206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8"/>
                </a:lnSpc>
              </a:pPr>
              <a:r>
                <a:rPr lang="en-US" sz="244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Jury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332266" y="7682772"/>
            <a:ext cx="3057608" cy="638016"/>
            <a:chOff x="0" y="0"/>
            <a:chExt cx="805296" cy="16803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5296" cy="168037"/>
            </a:xfrm>
            <a:custGeom>
              <a:avLst/>
              <a:gdLst/>
              <a:ahLst/>
              <a:cxnLst/>
              <a:rect l="l" t="t" r="r" b="b"/>
              <a:pathLst>
                <a:path w="805296" h="168037">
                  <a:moveTo>
                    <a:pt x="43044" y="0"/>
                  </a:moveTo>
                  <a:lnTo>
                    <a:pt x="762252" y="0"/>
                  </a:lnTo>
                  <a:cubicBezTo>
                    <a:pt x="773668" y="0"/>
                    <a:pt x="784616" y="4535"/>
                    <a:pt x="792689" y="12607"/>
                  </a:cubicBezTo>
                  <a:cubicBezTo>
                    <a:pt x="800761" y="20680"/>
                    <a:pt x="805296" y="31628"/>
                    <a:pt x="805296" y="43044"/>
                  </a:cubicBezTo>
                  <a:lnTo>
                    <a:pt x="805296" y="124993"/>
                  </a:lnTo>
                  <a:cubicBezTo>
                    <a:pt x="805296" y="148766"/>
                    <a:pt x="786024" y="168037"/>
                    <a:pt x="762252" y="168037"/>
                  </a:cubicBezTo>
                  <a:lnTo>
                    <a:pt x="43044" y="168037"/>
                  </a:lnTo>
                  <a:cubicBezTo>
                    <a:pt x="19272" y="168037"/>
                    <a:pt x="0" y="148766"/>
                    <a:pt x="0" y="124993"/>
                  </a:cubicBezTo>
                  <a:lnTo>
                    <a:pt x="0" y="43044"/>
                  </a:lnTo>
                  <a:cubicBezTo>
                    <a:pt x="0" y="19272"/>
                    <a:pt x="19272" y="0"/>
                    <a:pt x="43044" y="0"/>
                  </a:cubicBezTo>
                  <a:close/>
                </a:path>
              </a:pathLst>
            </a:custGeom>
            <a:solidFill>
              <a:srgbClr val="05066D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805296" cy="2061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18"/>
                </a:lnSpc>
              </a:pPr>
              <a:r>
                <a:rPr lang="en-US" sz="2441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Encadré par 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209733" y="309209"/>
            <a:ext cx="1696093" cy="1999259"/>
          </a:xfrm>
          <a:custGeom>
            <a:avLst/>
            <a:gdLst/>
            <a:ahLst/>
            <a:cxnLst/>
            <a:rect l="l" t="t" r="r" b="b"/>
            <a:pathLst>
              <a:path w="1696093" h="1999259">
                <a:moveTo>
                  <a:pt x="0" y="0"/>
                </a:moveTo>
                <a:lnTo>
                  <a:pt x="1696093" y="0"/>
                </a:lnTo>
                <a:lnTo>
                  <a:pt x="1696093" y="1999259"/>
                </a:lnTo>
                <a:lnTo>
                  <a:pt x="0" y="19992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2474213" y="846205"/>
            <a:ext cx="5578808" cy="925266"/>
          </a:xfrm>
          <a:custGeom>
            <a:avLst/>
            <a:gdLst/>
            <a:ahLst/>
            <a:cxnLst/>
            <a:rect l="l" t="t" r="r" b="b"/>
            <a:pathLst>
              <a:path w="5578808" h="925266">
                <a:moveTo>
                  <a:pt x="0" y="0"/>
                </a:moveTo>
                <a:lnTo>
                  <a:pt x="5578808" y="0"/>
                </a:lnTo>
                <a:lnTo>
                  <a:pt x="5578808" y="925266"/>
                </a:lnTo>
                <a:lnTo>
                  <a:pt x="0" y="925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5026664" y="3694557"/>
            <a:ext cx="8234672" cy="1748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09"/>
              </a:lnSpc>
              <a:spcBef>
                <a:spcPct val="0"/>
              </a:spcBef>
            </a:pPr>
            <a:r>
              <a:rPr lang="en-US" sz="5499" b="1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Développement d’une application de santé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086458" y="8752423"/>
            <a:ext cx="3923723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50"/>
              </a:lnSpc>
            </a:pPr>
            <a:r>
              <a:rPr lang="en-US" sz="2500" b="1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Mme JGUIRIM MOUFIDA</a:t>
            </a:r>
          </a:p>
          <a:p>
            <a:pPr marL="0" lvl="0" indent="0" algn="l">
              <a:lnSpc>
                <a:spcPts val="3050"/>
              </a:lnSpc>
              <a:spcBef>
                <a:spcPct val="0"/>
              </a:spcBef>
            </a:pPr>
            <a:r>
              <a:rPr lang="en-US" sz="2500" b="1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M. ABIDA MOUNIR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332266" y="8752423"/>
            <a:ext cx="3590688" cy="784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49"/>
              </a:lnSpc>
              <a:spcBef>
                <a:spcPct val="0"/>
              </a:spcBef>
            </a:pPr>
            <a:r>
              <a:rPr lang="en-US" sz="2499" b="1">
                <a:solidFill>
                  <a:srgbClr val="05066D"/>
                </a:solidFill>
                <a:latin typeface="Poppins Bold"/>
                <a:ea typeface="Poppins Bold"/>
                <a:cs typeface="Poppins Bold"/>
                <a:sym typeface="Poppins Bold"/>
              </a:rPr>
              <a:t>M. Houssem Eddine Hassayouni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58614" y="4302938"/>
            <a:ext cx="3783038" cy="50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 dirty="0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7717251" y="-4973623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31141" y="4073425"/>
            <a:ext cx="1072649" cy="10726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 dirty="0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59566" y="1379499"/>
            <a:ext cx="8550780" cy="140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8614" y="7118979"/>
            <a:ext cx="3783038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Conception de l’application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31141" y="5393127"/>
            <a:ext cx="1072649" cy="107264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 dirty="0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943812" y="5357322"/>
            <a:ext cx="9876107" cy="9876107"/>
          </a:xfrm>
          <a:custGeom>
            <a:avLst/>
            <a:gdLst/>
            <a:ahLst/>
            <a:cxnLst/>
            <a:rect l="l" t="t" r="r" b="b"/>
            <a:pathLst>
              <a:path w="9876107" h="9876107">
                <a:moveTo>
                  <a:pt x="0" y="0"/>
                </a:moveTo>
                <a:lnTo>
                  <a:pt x="9876107" y="0"/>
                </a:lnTo>
                <a:lnTo>
                  <a:pt x="9876107" y="9876106"/>
                </a:lnTo>
                <a:lnTo>
                  <a:pt x="0" y="9876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610346" y="5936793"/>
            <a:ext cx="4644732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et perspectives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82873" y="5707280"/>
            <a:ext cx="1072649" cy="107264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458614" y="5449931"/>
            <a:ext cx="5013686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Analyse et spécification des besoins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131141" y="7074907"/>
            <a:ext cx="1072649" cy="107264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 dirty="0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610346" y="4502193"/>
            <a:ext cx="3783038" cy="50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Réalisation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82873" y="4272680"/>
            <a:ext cx="1072649" cy="107264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4535439" y="1876103"/>
            <a:ext cx="1439279" cy="1399001"/>
          </a:xfrm>
          <a:custGeom>
            <a:avLst/>
            <a:gdLst/>
            <a:ahLst/>
            <a:cxnLst/>
            <a:rect l="l" t="t" r="r" b="b"/>
            <a:pathLst>
              <a:path w="1439279" h="1399001">
                <a:moveTo>
                  <a:pt x="0" y="0"/>
                </a:moveTo>
                <a:lnTo>
                  <a:pt x="1439279" y="0"/>
                </a:lnTo>
                <a:lnTo>
                  <a:pt x="1439279" y="1399001"/>
                </a:lnTo>
                <a:lnTo>
                  <a:pt x="0" y="1399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3" grpId="0"/>
      <p:bldP spid="17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097332" y="-6689629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057619" y="2423095"/>
            <a:ext cx="3139300" cy="1614809"/>
            <a:chOff x="0" y="0"/>
            <a:chExt cx="812800" cy="4180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418092"/>
            </a:xfrm>
            <a:custGeom>
              <a:avLst/>
              <a:gdLst/>
              <a:ahLst/>
              <a:cxnLst/>
              <a:rect l="l" t="t" r="r" b="b"/>
              <a:pathLst>
                <a:path w="812800" h="418092">
                  <a:moveTo>
                    <a:pt x="125773" y="0"/>
                  </a:moveTo>
                  <a:lnTo>
                    <a:pt x="687027" y="0"/>
                  </a:lnTo>
                  <a:cubicBezTo>
                    <a:pt x="720384" y="0"/>
                    <a:pt x="752375" y="13251"/>
                    <a:pt x="775962" y="36838"/>
                  </a:cubicBezTo>
                  <a:cubicBezTo>
                    <a:pt x="799549" y="60425"/>
                    <a:pt x="812800" y="92416"/>
                    <a:pt x="812800" y="125773"/>
                  </a:cubicBezTo>
                  <a:lnTo>
                    <a:pt x="812800" y="292320"/>
                  </a:lnTo>
                  <a:cubicBezTo>
                    <a:pt x="812800" y="325677"/>
                    <a:pt x="799549" y="357667"/>
                    <a:pt x="775962" y="381254"/>
                  </a:cubicBezTo>
                  <a:cubicBezTo>
                    <a:pt x="752375" y="404841"/>
                    <a:pt x="720384" y="418092"/>
                    <a:pt x="687027" y="418092"/>
                  </a:cubicBezTo>
                  <a:lnTo>
                    <a:pt x="125773" y="418092"/>
                  </a:lnTo>
                  <a:cubicBezTo>
                    <a:pt x="56310" y="418092"/>
                    <a:pt x="0" y="361782"/>
                    <a:pt x="0" y="292320"/>
                  </a:cubicBezTo>
                  <a:lnTo>
                    <a:pt x="0" y="125773"/>
                  </a:lnTo>
                  <a:cubicBezTo>
                    <a:pt x="0" y="92416"/>
                    <a:pt x="13251" y="60425"/>
                    <a:pt x="36838" y="36838"/>
                  </a:cubicBezTo>
                  <a:cubicBezTo>
                    <a:pt x="60425" y="13251"/>
                    <a:pt x="92416" y="0"/>
                    <a:pt x="125773" y="0"/>
                  </a:cubicBezTo>
                  <a:close/>
                </a:path>
              </a:pathLst>
            </a:custGeom>
            <a:solidFill>
              <a:srgbClr val="FDFDFD"/>
            </a:solidFill>
            <a:ln w="66675" cap="rnd">
              <a:solidFill>
                <a:srgbClr val="4445D6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46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5627269" y="4037904"/>
            <a:ext cx="0" cy="888925"/>
          </a:xfrm>
          <a:prstGeom prst="line">
            <a:avLst/>
          </a:prstGeom>
          <a:ln w="104775" cap="flat">
            <a:solidFill>
              <a:srgbClr val="4445D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 rot="-10800000">
            <a:off x="4057619" y="7479997"/>
            <a:ext cx="3139300" cy="1614809"/>
            <a:chOff x="0" y="0"/>
            <a:chExt cx="812800" cy="418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418092"/>
            </a:xfrm>
            <a:custGeom>
              <a:avLst/>
              <a:gdLst/>
              <a:ahLst/>
              <a:cxnLst/>
              <a:rect l="l" t="t" r="r" b="b"/>
              <a:pathLst>
                <a:path w="812800" h="418092">
                  <a:moveTo>
                    <a:pt x="125773" y="0"/>
                  </a:moveTo>
                  <a:lnTo>
                    <a:pt x="687027" y="0"/>
                  </a:lnTo>
                  <a:cubicBezTo>
                    <a:pt x="720384" y="0"/>
                    <a:pt x="752375" y="13251"/>
                    <a:pt x="775962" y="36838"/>
                  </a:cubicBezTo>
                  <a:cubicBezTo>
                    <a:pt x="799549" y="60425"/>
                    <a:pt x="812800" y="92416"/>
                    <a:pt x="812800" y="125773"/>
                  </a:cubicBezTo>
                  <a:lnTo>
                    <a:pt x="812800" y="292320"/>
                  </a:lnTo>
                  <a:cubicBezTo>
                    <a:pt x="812800" y="325677"/>
                    <a:pt x="799549" y="357667"/>
                    <a:pt x="775962" y="381254"/>
                  </a:cubicBezTo>
                  <a:cubicBezTo>
                    <a:pt x="752375" y="404841"/>
                    <a:pt x="720384" y="418092"/>
                    <a:pt x="687027" y="418092"/>
                  </a:cubicBezTo>
                  <a:lnTo>
                    <a:pt x="125773" y="418092"/>
                  </a:lnTo>
                  <a:cubicBezTo>
                    <a:pt x="56310" y="418092"/>
                    <a:pt x="0" y="361782"/>
                    <a:pt x="0" y="292320"/>
                  </a:cubicBezTo>
                  <a:lnTo>
                    <a:pt x="0" y="125773"/>
                  </a:lnTo>
                  <a:cubicBezTo>
                    <a:pt x="0" y="92416"/>
                    <a:pt x="13251" y="60425"/>
                    <a:pt x="36838" y="36838"/>
                  </a:cubicBezTo>
                  <a:cubicBezTo>
                    <a:pt x="60425" y="13251"/>
                    <a:pt x="92416" y="0"/>
                    <a:pt x="125773" y="0"/>
                  </a:cubicBezTo>
                  <a:close/>
                </a:path>
              </a:pathLst>
            </a:custGeom>
            <a:solidFill>
              <a:srgbClr val="FDFDFD"/>
            </a:solidFill>
            <a:ln w="66675" cap="rnd">
              <a:solidFill>
                <a:srgbClr val="4445D6"/>
              </a:soli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812800" cy="465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sp>
        <p:nvSpPr>
          <p:cNvPr id="10" name="AutoShape 10"/>
          <p:cNvSpPr/>
          <p:nvPr/>
        </p:nvSpPr>
        <p:spPr>
          <a:xfrm flipV="1">
            <a:off x="5627269" y="6591072"/>
            <a:ext cx="0" cy="888925"/>
          </a:xfrm>
          <a:prstGeom prst="line">
            <a:avLst/>
          </a:prstGeom>
          <a:ln w="104775" cap="flat">
            <a:solidFill>
              <a:srgbClr val="4445D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 rot="5400000">
            <a:off x="8585940" y="4286919"/>
            <a:ext cx="1551318" cy="2969912"/>
            <a:chOff x="0" y="0"/>
            <a:chExt cx="401654" cy="76894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01654" cy="768944"/>
            </a:xfrm>
            <a:custGeom>
              <a:avLst/>
              <a:gdLst/>
              <a:ahLst/>
              <a:cxnLst/>
              <a:rect l="l" t="t" r="r" b="b"/>
              <a:pathLst>
                <a:path w="401654" h="768944">
                  <a:moveTo>
                    <a:pt x="200827" y="0"/>
                  </a:moveTo>
                  <a:lnTo>
                    <a:pt x="200827" y="0"/>
                  </a:lnTo>
                  <a:cubicBezTo>
                    <a:pt x="311740" y="0"/>
                    <a:pt x="401654" y="89913"/>
                    <a:pt x="401654" y="200827"/>
                  </a:cubicBezTo>
                  <a:lnTo>
                    <a:pt x="401654" y="568117"/>
                  </a:lnTo>
                  <a:cubicBezTo>
                    <a:pt x="401654" y="679030"/>
                    <a:pt x="311740" y="768944"/>
                    <a:pt x="200827" y="768944"/>
                  </a:cubicBezTo>
                  <a:lnTo>
                    <a:pt x="200827" y="768944"/>
                  </a:lnTo>
                  <a:cubicBezTo>
                    <a:pt x="89913" y="768944"/>
                    <a:pt x="0" y="679030"/>
                    <a:pt x="0" y="568117"/>
                  </a:cubicBezTo>
                  <a:lnTo>
                    <a:pt x="0" y="200827"/>
                  </a:lnTo>
                  <a:cubicBezTo>
                    <a:pt x="0" y="89913"/>
                    <a:pt x="89913" y="0"/>
                    <a:pt x="200827" y="0"/>
                  </a:cubicBezTo>
                  <a:close/>
                </a:path>
              </a:pathLst>
            </a:custGeom>
            <a:solidFill>
              <a:srgbClr val="FDFDFD"/>
            </a:solidFill>
            <a:ln w="66675" cap="rnd">
              <a:solidFill>
                <a:srgbClr val="4445D6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01654" cy="81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 flipH="1">
            <a:off x="6968897" y="5771875"/>
            <a:ext cx="907746" cy="0"/>
          </a:xfrm>
          <a:prstGeom prst="line">
            <a:avLst/>
          </a:prstGeom>
          <a:ln w="104775" cap="flat">
            <a:solidFill>
              <a:srgbClr val="4445D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5" name="Group 15"/>
          <p:cNvGrpSpPr/>
          <p:nvPr/>
        </p:nvGrpSpPr>
        <p:grpSpPr>
          <a:xfrm rot="-5400000">
            <a:off x="1167223" y="4330457"/>
            <a:ext cx="1551318" cy="2969912"/>
            <a:chOff x="0" y="0"/>
            <a:chExt cx="401654" cy="7689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401654" cy="768944"/>
            </a:xfrm>
            <a:custGeom>
              <a:avLst/>
              <a:gdLst/>
              <a:ahLst/>
              <a:cxnLst/>
              <a:rect l="l" t="t" r="r" b="b"/>
              <a:pathLst>
                <a:path w="401654" h="768944">
                  <a:moveTo>
                    <a:pt x="200827" y="0"/>
                  </a:moveTo>
                  <a:lnTo>
                    <a:pt x="200827" y="0"/>
                  </a:lnTo>
                  <a:cubicBezTo>
                    <a:pt x="311740" y="0"/>
                    <a:pt x="401654" y="89913"/>
                    <a:pt x="401654" y="200827"/>
                  </a:cubicBezTo>
                  <a:lnTo>
                    <a:pt x="401654" y="568117"/>
                  </a:lnTo>
                  <a:cubicBezTo>
                    <a:pt x="401654" y="679030"/>
                    <a:pt x="311740" y="768944"/>
                    <a:pt x="200827" y="768944"/>
                  </a:cubicBezTo>
                  <a:lnTo>
                    <a:pt x="200827" y="768944"/>
                  </a:lnTo>
                  <a:cubicBezTo>
                    <a:pt x="89913" y="768944"/>
                    <a:pt x="0" y="679030"/>
                    <a:pt x="0" y="568117"/>
                  </a:cubicBezTo>
                  <a:lnTo>
                    <a:pt x="0" y="200827"/>
                  </a:lnTo>
                  <a:cubicBezTo>
                    <a:pt x="0" y="89913"/>
                    <a:pt x="89913" y="0"/>
                    <a:pt x="200827" y="0"/>
                  </a:cubicBezTo>
                  <a:close/>
                </a:path>
              </a:pathLst>
            </a:custGeom>
            <a:solidFill>
              <a:srgbClr val="FDFDFD"/>
            </a:solidFill>
            <a:ln w="66675" cap="rnd">
              <a:solidFill>
                <a:srgbClr val="4445D6"/>
              </a:solidFill>
              <a:prstDash val="solid"/>
              <a:round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401654" cy="8165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sp>
        <p:nvSpPr>
          <p:cNvPr id="18" name="AutoShape 18"/>
          <p:cNvSpPr/>
          <p:nvPr/>
        </p:nvSpPr>
        <p:spPr>
          <a:xfrm>
            <a:off x="3427838" y="5815413"/>
            <a:ext cx="907746" cy="0"/>
          </a:xfrm>
          <a:prstGeom prst="line">
            <a:avLst/>
          </a:prstGeom>
          <a:ln w="104775" cap="flat">
            <a:solidFill>
              <a:srgbClr val="4445D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4057619" y="4970367"/>
            <a:ext cx="3139300" cy="1577167"/>
            <a:chOff x="0" y="0"/>
            <a:chExt cx="812800" cy="408346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408346"/>
            </a:xfrm>
            <a:custGeom>
              <a:avLst/>
              <a:gdLst/>
              <a:ahLst/>
              <a:cxnLst/>
              <a:rect l="l" t="t" r="r" b="b"/>
              <a:pathLst>
                <a:path w="812800" h="408346">
                  <a:moveTo>
                    <a:pt x="406400" y="0"/>
                  </a:moveTo>
                  <a:cubicBezTo>
                    <a:pt x="181951" y="0"/>
                    <a:pt x="0" y="91411"/>
                    <a:pt x="0" y="204173"/>
                  </a:cubicBezTo>
                  <a:cubicBezTo>
                    <a:pt x="0" y="316935"/>
                    <a:pt x="181951" y="408346"/>
                    <a:pt x="406400" y="408346"/>
                  </a:cubicBezTo>
                  <a:cubicBezTo>
                    <a:pt x="630849" y="408346"/>
                    <a:pt x="812800" y="316935"/>
                    <a:pt x="812800" y="204173"/>
                  </a:cubicBezTo>
                  <a:cubicBezTo>
                    <a:pt x="812800" y="9141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-9343"/>
              <a:ext cx="660400" cy="379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636926" y="3009949"/>
            <a:ext cx="1519657" cy="1291447"/>
            <a:chOff x="0" y="0"/>
            <a:chExt cx="674025" cy="572806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74025" cy="572806"/>
            </a:xfrm>
            <a:custGeom>
              <a:avLst/>
              <a:gdLst/>
              <a:ahLst/>
              <a:cxnLst/>
              <a:rect l="l" t="t" r="r" b="b"/>
              <a:pathLst>
                <a:path w="674025" h="572806">
                  <a:moveTo>
                    <a:pt x="674025" y="286403"/>
                  </a:moveTo>
                  <a:lnTo>
                    <a:pt x="470825" y="572806"/>
                  </a:lnTo>
                  <a:lnTo>
                    <a:pt x="203200" y="572806"/>
                  </a:lnTo>
                  <a:lnTo>
                    <a:pt x="0" y="286403"/>
                  </a:lnTo>
                  <a:lnTo>
                    <a:pt x="203200" y="0"/>
                  </a:lnTo>
                  <a:lnTo>
                    <a:pt x="470825" y="0"/>
                  </a:lnTo>
                  <a:lnTo>
                    <a:pt x="674025" y="286403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14300" y="-47625"/>
              <a:ext cx="445425" cy="620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601770" y="3009949"/>
            <a:ext cx="1519657" cy="1291447"/>
            <a:chOff x="0" y="0"/>
            <a:chExt cx="674025" cy="57280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674025" cy="572806"/>
            </a:xfrm>
            <a:custGeom>
              <a:avLst/>
              <a:gdLst/>
              <a:ahLst/>
              <a:cxnLst/>
              <a:rect l="l" t="t" r="r" b="b"/>
              <a:pathLst>
                <a:path w="674025" h="572806">
                  <a:moveTo>
                    <a:pt x="674025" y="286403"/>
                  </a:moveTo>
                  <a:lnTo>
                    <a:pt x="470825" y="572806"/>
                  </a:lnTo>
                  <a:lnTo>
                    <a:pt x="203200" y="572806"/>
                  </a:lnTo>
                  <a:lnTo>
                    <a:pt x="0" y="286403"/>
                  </a:lnTo>
                  <a:lnTo>
                    <a:pt x="203200" y="0"/>
                  </a:lnTo>
                  <a:lnTo>
                    <a:pt x="470825" y="0"/>
                  </a:lnTo>
                  <a:lnTo>
                    <a:pt x="674025" y="286403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114300" y="-47625"/>
              <a:ext cx="445425" cy="620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636926" y="7192644"/>
            <a:ext cx="1519657" cy="1291447"/>
            <a:chOff x="0" y="0"/>
            <a:chExt cx="674025" cy="572806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674025" cy="572806"/>
            </a:xfrm>
            <a:custGeom>
              <a:avLst/>
              <a:gdLst/>
              <a:ahLst/>
              <a:cxnLst/>
              <a:rect l="l" t="t" r="r" b="b"/>
              <a:pathLst>
                <a:path w="674025" h="572806">
                  <a:moveTo>
                    <a:pt x="674025" y="286403"/>
                  </a:moveTo>
                  <a:lnTo>
                    <a:pt x="470825" y="572806"/>
                  </a:lnTo>
                  <a:lnTo>
                    <a:pt x="203200" y="572806"/>
                  </a:lnTo>
                  <a:lnTo>
                    <a:pt x="0" y="286403"/>
                  </a:lnTo>
                  <a:lnTo>
                    <a:pt x="203200" y="0"/>
                  </a:lnTo>
                  <a:lnTo>
                    <a:pt x="470825" y="0"/>
                  </a:lnTo>
                  <a:lnTo>
                    <a:pt x="674025" y="286403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30" name="TextBox 30"/>
            <p:cNvSpPr txBox="1"/>
            <p:nvPr/>
          </p:nvSpPr>
          <p:spPr>
            <a:xfrm>
              <a:off x="114300" y="-47625"/>
              <a:ext cx="445425" cy="620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322798" y="7192644"/>
            <a:ext cx="1519657" cy="1291447"/>
            <a:chOff x="0" y="0"/>
            <a:chExt cx="674025" cy="57280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74025" cy="572806"/>
            </a:xfrm>
            <a:custGeom>
              <a:avLst/>
              <a:gdLst/>
              <a:ahLst/>
              <a:cxnLst/>
              <a:rect l="l" t="t" r="r" b="b"/>
              <a:pathLst>
                <a:path w="674025" h="572806">
                  <a:moveTo>
                    <a:pt x="674025" y="286403"/>
                  </a:moveTo>
                  <a:lnTo>
                    <a:pt x="470825" y="572806"/>
                  </a:lnTo>
                  <a:lnTo>
                    <a:pt x="203200" y="572806"/>
                  </a:lnTo>
                  <a:lnTo>
                    <a:pt x="0" y="286403"/>
                  </a:lnTo>
                  <a:lnTo>
                    <a:pt x="203200" y="0"/>
                  </a:lnTo>
                  <a:lnTo>
                    <a:pt x="470825" y="0"/>
                  </a:lnTo>
                  <a:lnTo>
                    <a:pt x="674025" y="286403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114300" y="-47625"/>
              <a:ext cx="445425" cy="6204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endParaRPr/>
            </a:p>
          </p:txBody>
        </p:sp>
      </p:grpSp>
      <p:sp>
        <p:nvSpPr>
          <p:cNvPr id="34" name="Freeform 34"/>
          <p:cNvSpPr/>
          <p:nvPr/>
        </p:nvSpPr>
        <p:spPr>
          <a:xfrm>
            <a:off x="12097332" y="5160363"/>
            <a:ext cx="5802137" cy="962306"/>
          </a:xfrm>
          <a:custGeom>
            <a:avLst/>
            <a:gdLst/>
            <a:ahLst/>
            <a:cxnLst/>
            <a:rect l="l" t="t" r="r" b="b"/>
            <a:pathLst>
              <a:path w="5802137" h="962306">
                <a:moveTo>
                  <a:pt x="0" y="0"/>
                </a:moveTo>
                <a:lnTo>
                  <a:pt x="5802137" y="0"/>
                </a:lnTo>
                <a:lnTo>
                  <a:pt x="5802137" y="962306"/>
                </a:lnTo>
                <a:lnTo>
                  <a:pt x="0" y="9623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457926" y="248219"/>
            <a:ext cx="10086441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Présentation de la société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636926" y="3447906"/>
            <a:ext cx="1519657" cy="40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69913" y="4263296"/>
            <a:ext cx="2853685" cy="40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Ans d’expérience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200427" y="2595257"/>
            <a:ext cx="2853685" cy="125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441" b="1" dirty="0" err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Ergonomie</a:t>
            </a:r>
            <a:endParaRPr lang="en-US" sz="2441" b="1" dirty="0">
              <a:solidFill>
                <a:srgbClr val="05066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ctr">
              <a:lnSpc>
                <a:spcPts val="3417"/>
              </a:lnSpc>
            </a:pPr>
            <a:r>
              <a:rPr lang="en-US" sz="2441" b="1" dirty="0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 </a:t>
            </a:r>
          </a:p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 dirty="0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601770" y="3447906"/>
            <a:ext cx="1519657" cy="40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90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934757" y="4263296"/>
            <a:ext cx="2853685" cy="40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Clients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36926" y="7630601"/>
            <a:ext cx="1519657" cy="40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9913" y="8445991"/>
            <a:ext cx="2853685" cy="40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Collaborateurs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322798" y="7630601"/>
            <a:ext cx="1519657" cy="40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150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55784" y="8445991"/>
            <a:ext cx="2853685" cy="4024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792157" y="5480877"/>
            <a:ext cx="1670224" cy="479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87"/>
              </a:lnSpc>
              <a:spcBef>
                <a:spcPct val="0"/>
              </a:spcBef>
            </a:pPr>
            <a:r>
              <a:rPr lang="en-US" sz="2848" b="1">
                <a:solidFill>
                  <a:srgbClr val="FDFDF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Mobelite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26717" y="5338456"/>
            <a:ext cx="3154819" cy="828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  <a:spcBef>
                <a:spcPct val="0"/>
              </a:spcBef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Développement Web &amp; Mobile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62281" y="7853982"/>
            <a:ext cx="3154819" cy="12550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Maintenance &amp; hébergement</a:t>
            </a:r>
          </a:p>
          <a:p>
            <a:pPr algn="ctr">
              <a:lnSpc>
                <a:spcPts val="3417"/>
              </a:lnSpc>
              <a:spcBef>
                <a:spcPct val="0"/>
              </a:spcBef>
            </a:pPr>
            <a:endParaRPr lang="en-US" sz="2441" b="1">
              <a:solidFill>
                <a:srgbClr val="05066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365473" y="5262925"/>
            <a:ext cx="3154819" cy="168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17"/>
              </a:lnSpc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E-marketing</a:t>
            </a:r>
          </a:p>
          <a:p>
            <a:pPr algn="ctr">
              <a:lnSpc>
                <a:spcPts val="3417"/>
              </a:lnSpc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&amp;</a:t>
            </a:r>
          </a:p>
          <a:p>
            <a:pPr algn="ctr">
              <a:lnSpc>
                <a:spcPts val="3417"/>
              </a:lnSpc>
            </a:pPr>
            <a:r>
              <a:rPr lang="en-US" sz="2441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SEO</a:t>
            </a:r>
          </a:p>
          <a:p>
            <a:pPr algn="ctr">
              <a:lnSpc>
                <a:spcPts val="3417"/>
              </a:lnSpc>
              <a:spcBef>
                <a:spcPct val="0"/>
              </a:spcBef>
            </a:pPr>
            <a:endParaRPr lang="en-US" sz="2441" b="1">
              <a:solidFill>
                <a:srgbClr val="05066D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6963" y="6158277"/>
            <a:ext cx="4349108" cy="3936073"/>
            <a:chOff x="0" y="0"/>
            <a:chExt cx="1219393" cy="11035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19393" cy="1103587"/>
            </a:xfrm>
            <a:custGeom>
              <a:avLst/>
              <a:gdLst/>
              <a:ahLst/>
              <a:cxnLst/>
              <a:rect l="l" t="t" r="r" b="b"/>
              <a:pathLst>
                <a:path w="1219393" h="1103587">
                  <a:moveTo>
                    <a:pt x="74765" y="0"/>
                  </a:moveTo>
                  <a:lnTo>
                    <a:pt x="1144628" y="0"/>
                  </a:lnTo>
                  <a:cubicBezTo>
                    <a:pt x="1185920" y="0"/>
                    <a:pt x="1219393" y="33473"/>
                    <a:pt x="1219393" y="74765"/>
                  </a:cubicBezTo>
                  <a:lnTo>
                    <a:pt x="1219393" y="1028822"/>
                  </a:lnTo>
                  <a:cubicBezTo>
                    <a:pt x="1219393" y="1048651"/>
                    <a:pt x="1211516" y="1067668"/>
                    <a:pt x="1197495" y="1081689"/>
                  </a:cubicBezTo>
                  <a:cubicBezTo>
                    <a:pt x="1183474" y="1095710"/>
                    <a:pt x="1164457" y="1103587"/>
                    <a:pt x="1144628" y="1103587"/>
                  </a:cubicBezTo>
                  <a:lnTo>
                    <a:pt x="74765" y="1103587"/>
                  </a:lnTo>
                  <a:cubicBezTo>
                    <a:pt x="54936" y="1103587"/>
                    <a:pt x="35919" y="1095710"/>
                    <a:pt x="21898" y="1081689"/>
                  </a:cubicBezTo>
                  <a:cubicBezTo>
                    <a:pt x="7877" y="1067668"/>
                    <a:pt x="0" y="1048651"/>
                    <a:pt x="0" y="1028822"/>
                  </a:cubicBezTo>
                  <a:lnTo>
                    <a:pt x="0" y="74765"/>
                  </a:lnTo>
                  <a:cubicBezTo>
                    <a:pt x="0" y="54936"/>
                    <a:pt x="7877" y="35919"/>
                    <a:pt x="21898" y="21898"/>
                  </a:cubicBezTo>
                  <a:cubicBezTo>
                    <a:pt x="35919" y="7877"/>
                    <a:pt x="54936" y="0"/>
                    <a:pt x="7476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219393" cy="11512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3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333475" y="-8024716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8" y="0"/>
                </a:lnTo>
                <a:lnTo>
                  <a:pt x="11355338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336696" y="4274686"/>
            <a:ext cx="4594091" cy="3188064"/>
            <a:chOff x="0" y="0"/>
            <a:chExt cx="1288081" cy="89386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88081" cy="893862"/>
            </a:xfrm>
            <a:custGeom>
              <a:avLst/>
              <a:gdLst/>
              <a:ahLst/>
              <a:cxnLst/>
              <a:rect l="l" t="t" r="r" b="b"/>
              <a:pathLst>
                <a:path w="1288081" h="893862">
                  <a:moveTo>
                    <a:pt x="70778" y="0"/>
                  </a:moveTo>
                  <a:lnTo>
                    <a:pt x="1217303" y="0"/>
                  </a:lnTo>
                  <a:cubicBezTo>
                    <a:pt x="1236074" y="0"/>
                    <a:pt x="1254077" y="7457"/>
                    <a:pt x="1267350" y="20730"/>
                  </a:cubicBezTo>
                  <a:cubicBezTo>
                    <a:pt x="1280624" y="34004"/>
                    <a:pt x="1288081" y="52007"/>
                    <a:pt x="1288081" y="70778"/>
                  </a:cubicBezTo>
                  <a:lnTo>
                    <a:pt x="1288081" y="823084"/>
                  </a:lnTo>
                  <a:cubicBezTo>
                    <a:pt x="1288081" y="862174"/>
                    <a:pt x="1256392" y="893862"/>
                    <a:pt x="1217303" y="893862"/>
                  </a:cubicBezTo>
                  <a:lnTo>
                    <a:pt x="70778" y="893862"/>
                  </a:lnTo>
                  <a:cubicBezTo>
                    <a:pt x="31688" y="893862"/>
                    <a:pt x="0" y="862174"/>
                    <a:pt x="0" y="823084"/>
                  </a:cubicBezTo>
                  <a:lnTo>
                    <a:pt x="0" y="70778"/>
                  </a:lnTo>
                  <a:cubicBezTo>
                    <a:pt x="0" y="31688"/>
                    <a:pt x="31688" y="0"/>
                    <a:pt x="7077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288081" cy="941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3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3044546" y="7480548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8" y="0"/>
                </a:lnTo>
                <a:lnTo>
                  <a:pt x="11355338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2550037" y="5831432"/>
            <a:ext cx="4513036" cy="4057655"/>
            <a:chOff x="0" y="0"/>
            <a:chExt cx="1265355" cy="11376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65355" cy="1137676"/>
            </a:xfrm>
            <a:custGeom>
              <a:avLst/>
              <a:gdLst/>
              <a:ahLst/>
              <a:cxnLst/>
              <a:rect l="l" t="t" r="r" b="b"/>
              <a:pathLst>
                <a:path w="1265355" h="1137676">
                  <a:moveTo>
                    <a:pt x="72049" y="0"/>
                  </a:moveTo>
                  <a:lnTo>
                    <a:pt x="1193306" y="0"/>
                  </a:lnTo>
                  <a:cubicBezTo>
                    <a:pt x="1212414" y="0"/>
                    <a:pt x="1230740" y="7591"/>
                    <a:pt x="1244252" y="21103"/>
                  </a:cubicBezTo>
                  <a:cubicBezTo>
                    <a:pt x="1257764" y="34615"/>
                    <a:pt x="1265355" y="52941"/>
                    <a:pt x="1265355" y="72049"/>
                  </a:cubicBezTo>
                  <a:lnTo>
                    <a:pt x="1265355" y="1065627"/>
                  </a:lnTo>
                  <a:cubicBezTo>
                    <a:pt x="1265355" y="1105419"/>
                    <a:pt x="1233097" y="1137676"/>
                    <a:pt x="1193306" y="1137676"/>
                  </a:cubicBezTo>
                  <a:lnTo>
                    <a:pt x="72049" y="1137676"/>
                  </a:lnTo>
                  <a:cubicBezTo>
                    <a:pt x="32258" y="1137676"/>
                    <a:pt x="0" y="1105419"/>
                    <a:pt x="0" y="1065627"/>
                  </a:cubicBezTo>
                  <a:lnTo>
                    <a:pt x="0" y="72049"/>
                  </a:lnTo>
                  <a:cubicBezTo>
                    <a:pt x="0" y="52941"/>
                    <a:pt x="7591" y="34615"/>
                    <a:pt x="21103" y="21103"/>
                  </a:cubicBezTo>
                  <a:cubicBezTo>
                    <a:pt x="34615" y="7591"/>
                    <a:pt x="52941" y="0"/>
                    <a:pt x="720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265355" cy="11853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38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044546" y="5072010"/>
            <a:ext cx="1762009" cy="1762009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066D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3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3417555" y="5454921"/>
            <a:ext cx="1063025" cy="946092"/>
          </a:xfrm>
          <a:custGeom>
            <a:avLst/>
            <a:gdLst/>
            <a:ahLst/>
            <a:cxnLst/>
            <a:rect l="l" t="t" r="r" b="b"/>
            <a:pathLst>
              <a:path w="1063025" h="946092">
                <a:moveTo>
                  <a:pt x="0" y="0"/>
                </a:moveTo>
                <a:lnTo>
                  <a:pt x="1063025" y="0"/>
                </a:lnTo>
                <a:lnTo>
                  <a:pt x="1063025" y="946092"/>
                </a:lnTo>
                <a:lnTo>
                  <a:pt x="0" y="9460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620980" y="1875072"/>
            <a:ext cx="1848691" cy="4000774"/>
          </a:xfrm>
          <a:custGeom>
            <a:avLst/>
            <a:gdLst/>
            <a:ahLst/>
            <a:cxnLst/>
            <a:rect l="l" t="t" r="r" b="b"/>
            <a:pathLst>
              <a:path w="1848691" h="4000774">
                <a:moveTo>
                  <a:pt x="0" y="0"/>
                </a:moveTo>
                <a:lnTo>
                  <a:pt x="1848691" y="0"/>
                </a:lnTo>
                <a:lnTo>
                  <a:pt x="1848691" y="4000774"/>
                </a:lnTo>
                <a:lnTo>
                  <a:pt x="0" y="40007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091774" y="1320874"/>
            <a:ext cx="2588782" cy="2721459"/>
          </a:xfrm>
          <a:custGeom>
            <a:avLst/>
            <a:gdLst/>
            <a:ahLst/>
            <a:cxnLst/>
            <a:rect l="l" t="t" r="r" b="b"/>
            <a:pathLst>
              <a:path w="2588782" h="2721459">
                <a:moveTo>
                  <a:pt x="0" y="0"/>
                </a:moveTo>
                <a:lnTo>
                  <a:pt x="2588782" y="0"/>
                </a:lnTo>
                <a:lnTo>
                  <a:pt x="2588782" y="2721459"/>
                </a:lnTo>
                <a:lnTo>
                  <a:pt x="0" y="27214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5910" t="-23003" r="-26099" b="-21596"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2715966" y="2024934"/>
            <a:ext cx="3529228" cy="2557412"/>
          </a:xfrm>
          <a:custGeom>
            <a:avLst/>
            <a:gdLst/>
            <a:ahLst/>
            <a:cxnLst/>
            <a:rect l="l" t="t" r="r" b="b"/>
            <a:pathLst>
              <a:path w="3529228" h="2557412">
                <a:moveTo>
                  <a:pt x="0" y="0"/>
                </a:moveTo>
                <a:lnTo>
                  <a:pt x="3529228" y="0"/>
                </a:lnTo>
                <a:lnTo>
                  <a:pt x="3529228" y="2557412"/>
                </a:lnTo>
                <a:lnTo>
                  <a:pt x="0" y="25574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627958" y="460375"/>
            <a:ext cx="9036227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Contexte du Stage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6767693" y="5095875"/>
            <a:ext cx="3732098" cy="1328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5"/>
              </a:lnSpc>
              <a:spcBef>
                <a:spcPct val="0"/>
              </a:spcBef>
            </a:pPr>
            <a:r>
              <a:rPr lang="en-US" sz="2561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Utilisation de Firebase pour le stockage des données en temps réel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873449" y="6999782"/>
            <a:ext cx="3866212" cy="222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5"/>
              </a:lnSpc>
              <a:spcBef>
                <a:spcPct val="0"/>
              </a:spcBef>
            </a:pPr>
            <a:r>
              <a:rPr lang="en-US" sz="2561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Intégration de capteurs MAX30105 pour la collecte des mesures de santé via une carte ESP32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86351" y="7013658"/>
            <a:ext cx="3431096" cy="3815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85"/>
              </a:lnSpc>
            </a:pPr>
            <a:r>
              <a:rPr lang="en-US" sz="2561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Développement d’une application mobile de suivi des données de santé (BPM et SpO₂)</a:t>
            </a:r>
          </a:p>
          <a:p>
            <a:pPr algn="ctr">
              <a:lnSpc>
                <a:spcPts val="3126"/>
              </a:lnSpc>
            </a:pPr>
            <a:endParaRPr lang="en-US" sz="2561">
              <a:solidFill>
                <a:srgbClr val="05066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126"/>
              </a:lnSpc>
            </a:pPr>
            <a:endParaRPr lang="en-US" sz="2561">
              <a:solidFill>
                <a:srgbClr val="05066D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ctr">
              <a:lnSpc>
                <a:spcPts val="3126"/>
              </a:lnSpc>
            </a:pPr>
            <a:r>
              <a:rPr lang="en-US" sz="2232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·</a:t>
            </a:r>
          </a:p>
          <a:p>
            <a:pPr algn="ctr">
              <a:lnSpc>
                <a:spcPts val="3126"/>
              </a:lnSpc>
              <a:spcBef>
                <a:spcPct val="0"/>
              </a:spcBef>
            </a:pPr>
            <a:endParaRPr lang="en-US" sz="2232">
              <a:solidFill>
                <a:srgbClr val="05066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58614" y="4302938"/>
            <a:ext cx="3783038" cy="50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7717251" y="-4973623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31141" y="4073425"/>
            <a:ext cx="1072649" cy="10726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59566" y="1379499"/>
            <a:ext cx="8550780" cy="140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Plan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31141" y="5393127"/>
            <a:ext cx="1072649" cy="107264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 dirty="0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943812" y="5357322"/>
            <a:ext cx="9876107" cy="9876107"/>
          </a:xfrm>
          <a:custGeom>
            <a:avLst/>
            <a:gdLst/>
            <a:ahLst/>
            <a:cxnLst/>
            <a:rect l="l" t="t" r="r" b="b"/>
            <a:pathLst>
              <a:path w="9876107" h="9876107">
                <a:moveTo>
                  <a:pt x="0" y="0"/>
                </a:moveTo>
                <a:lnTo>
                  <a:pt x="9876107" y="0"/>
                </a:lnTo>
                <a:lnTo>
                  <a:pt x="9876107" y="9876106"/>
                </a:lnTo>
                <a:lnTo>
                  <a:pt x="0" y="9876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58614" y="5449931"/>
            <a:ext cx="5013686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Analyse et spécification des besoins</a:t>
            </a:r>
          </a:p>
        </p:txBody>
      </p:sp>
      <p:sp>
        <p:nvSpPr>
          <p:cNvPr id="25" name="Freeform 25"/>
          <p:cNvSpPr/>
          <p:nvPr/>
        </p:nvSpPr>
        <p:spPr>
          <a:xfrm>
            <a:off x="14535439" y="1876103"/>
            <a:ext cx="1439279" cy="1399001"/>
          </a:xfrm>
          <a:custGeom>
            <a:avLst/>
            <a:gdLst/>
            <a:ahLst/>
            <a:cxnLst/>
            <a:rect l="l" t="t" r="r" b="b"/>
            <a:pathLst>
              <a:path w="1439279" h="1399001">
                <a:moveTo>
                  <a:pt x="0" y="0"/>
                </a:moveTo>
                <a:lnTo>
                  <a:pt x="1439279" y="0"/>
                </a:lnTo>
                <a:lnTo>
                  <a:pt x="1439279" y="1399001"/>
                </a:lnTo>
                <a:lnTo>
                  <a:pt x="0" y="1399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-1698567" y="0"/>
            <a:ext cx="6226543" cy="6472632"/>
            <a:chOff x="0" y="0"/>
            <a:chExt cx="6108573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108573" cy="6350000"/>
            </a:xfrm>
            <a:custGeom>
              <a:avLst/>
              <a:gdLst/>
              <a:ahLst/>
              <a:cxnLst/>
              <a:rect l="l" t="t" r="r" b="b"/>
              <a:pathLst>
                <a:path w="6108573" h="6350000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t="-22148" b="-22148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5131985" y="3453384"/>
            <a:ext cx="394005" cy="394005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1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706441" y="704361"/>
            <a:ext cx="11863102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Besoins Fonctionnels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912060" y="3386709"/>
            <a:ext cx="9247138" cy="575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9"/>
              </a:lnSpc>
              <a:spcBef>
                <a:spcPct val="0"/>
              </a:spcBef>
            </a:pPr>
            <a:r>
              <a:rPr lang="en-US" sz="3392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Consulter les mesures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131985" y="4657658"/>
            <a:ext cx="394005" cy="394005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1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912060" y="4590983"/>
            <a:ext cx="9247138" cy="116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392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Recevoir des conseils personnalisés</a:t>
            </a:r>
          </a:p>
          <a:p>
            <a:pPr algn="l">
              <a:lnSpc>
                <a:spcPts val="4749"/>
              </a:lnSpc>
              <a:spcBef>
                <a:spcPct val="0"/>
              </a:spcBef>
            </a:pPr>
            <a:endParaRPr lang="en-US" sz="3392">
              <a:solidFill>
                <a:srgbClr val="05066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5131985" y="5974653"/>
            <a:ext cx="394005" cy="39400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1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5912060" y="5297265"/>
            <a:ext cx="9247138" cy="1764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9"/>
              </a:lnSpc>
            </a:pPr>
            <a:endParaRPr/>
          </a:p>
          <a:p>
            <a:pPr algn="l">
              <a:lnSpc>
                <a:spcPts val="4749"/>
              </a:lnSpc>
            </a:pPr>
            <a:r>
              <a:rPr lang="en-US" sz="3392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Visualiser l’historique (BPM et SpO₂)</a:t>
            </a:r>
          </a:p>
          <a:p>
            <a:pPr algn="l">
              <a:lnSpc>
                <a:spcPts val="4749"/>
              </a:lnSpc>
              <a:spcBef>
                <a:spcPct val="0"/>
              </a:spcBef>
            </a:pPr>
            <a:endParaRPr lang="en-US" sz="3392">
              <a:solidFill>
                <a:srgbClr val="05066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13765773" y="856761"/>
            <a:ext cx="3024000" cy="3024000"/>
          </a:xfrm>
          <a:custGeom>
            <a:avLst/>
            <a:gdLst/>
            <a:ahLst/>
            <a:cxnLst/>
            <a:rect l="l" t="t" r="r" b="b"/>
            <a:pathLst>
              <a:path w="3024000" h="3024000">
                <a:moveTo>
                  <a:pt x="0" y="0"/>
                </a:moveTo>
                <a:lnTo>
                  <a:pt x="3024000" y="0"/>
                </a:lnTo>
                <a:lnTo>
                  <a:pt x="3024000" y="3024000"/>
                </a:lnTo>
                <a:lnTo>
                  <a:pt x="0" y="3024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5131985" y="7061496"/>
            <a:ext cx="394005" cy="39400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1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5912060" y="6994821"/>
            <a:ext cx="9247138" cy="116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392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S’inscrire</a:t>
            </a:r>
          </a:p>
          <a:p>
            <a:pPr algn="l">
              <a:lnSpc>
                <a:spcPts val="4749"/>
              </a:lnSpc>
              <a:spcBef>
                <a:spcPct val="0"/>
              </a:spcBef>
            </a:pPr>
            <a:endParaRPr lang="en-US" sz="3392">
              <a:solidFill>
                <a:srgbClr val="05066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5131985" y="8265770"/>
            <a:ext cx="394005" cy="394005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8800" y="0"/>
                  </a:moveTo>
                  <a:lnTo>
                    <a:pt x="254000" y="0"/>
                  </a:lnTo>
                  <a:lnTo>
                    <a:pt x="254000" y="254000"/>
                  </a:lnTo>
                  <a:lnTo>
                    <a:pt x="0" y="254000"/>
                  </a:lnTo>
                  <a:lnTo>
                    <a:pt x="0" y="558800"/>
                  </a:lnTo>
                  <a:lnTo>
                    <a:pt x="254000" y="558800"/>
                  </a:lnTo>
                  <a:lnTo>
                    <a:pt x="254000" y="812800"/>
                  </a:lnTo>
                  <a:lnTo>
                    <a:pt x="558800" y="812800"/>
                  </a:lnTo>
                  <a:lnTo>
                    <a:pt x="558800" y="558800"/>
                  </a:lnTo>
                  <a:lnTo>
                    <a:pt x="812800" y="558800"/>
                  </a:lnTo>
                  <a:lnTo>
                    <a:pt x="812800" y="254000"/>
                  </a:lnTo>
                  <a:lnTo>
                    <a:pt x="558800" y="254000"/>
                  </a:lnTo>
                  <a:lnTo>
                    <a:pt x="558800" y="0"/>
                  </a:lnTo>
                  <a:close/>
                </a:path>
              </a:pathLst>
            </a:custGeom>
            <a:solidFill>
              <a:srgbClr val="05066D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90500" y="133350"/>
              <a:ext cx="431800" cy="4889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1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912060" y="8199095"/>
            <a:ext cx="9247138" cy="1169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9"/>
              </a:lnSpc>
            </a:pPr>
            <a:r>
              <a:rPr lang="en-US" sz="3392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S’authentifier</a:t>
            </a:r>
          </a:p>
          <a:p>
            <a:pPr algn="l">
              <a:lnSpc>
                <a:spcPts val="4749"/>
              </a:lnSpc>
              <a:spcBef>
                <a:spcPct val="0"/>
              </a:spcBef>
            </a:pPr>
            <a:endParaRPr lang="en-US" sz="3392">
              <a:solidFill>
                <a:srgbClr val="05066D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16" grpId="0"/>
      <p:bldP spid="21" grpId="0"/>
      <p:bldP spid="2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0550" y="6503986"/>
            <a:ext cx="5471313" cy="1512478"/>
            <a:chOff x="0" y="0"/>
            <a:chExt cx="1680103" cy="46444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80103" cy="464444"/>
            </a:xfrm>
            <a:custGeom>
              <a:avLst/>
              <a:gdLst/>
              <a:ahLst/>
              <a:cxnLst/>
              <a:rect l="l" t="t" r="r" b="b"/>
              <a:pathLst>
                <a:path w="1680103" h="464444">
                  <a:moveTo>
                    <a:pt x="59430" y="0"/>
                  </a:moveTo>
                  <a:lnTo>
                    <a:pt x="1620673" y="0"/>
                  </a:lnTo>
                  <a:cubicBezTo>
                    <a:pt x="1636435" y="0"/>
                    <a:pt x="1651551" y="6261"/>
                    <a:pt x="1662696" y="17407"/>
                  </a:cubicBezTo>
                  <a:cubicBezTo>
                    <a:pt x="1673841" y="28552"/>
                    <a:pt x="1680103" y="43668"/>
                    <a:pt x="1680103" y="59430"/>
                  </a:cubicBezTo>
                  <a:lnTo>
                    <a:pt x="1680103" y="405014"/>
                  </a:lnTo>
                  <a:cubicBezTo>
                    <a:pt x="1680103" y="437836"/>
                    <a:pt x="1653495" y="464444"/>
                    <a:pt x="1620673" y="464444"/>
                  </a:cubicBezTo>
                  <a:lnTo>
                    <a:pt x="59430" y="464444"/>
                  </a:lnTo>
                  <a:cubicBezTo>
                    <a:pt x="43668" y="464444"/>
                    <a:pt x="28552" y="458183"/>
                    <a:pt x="17407" y="447037"/>
                  </a:cubicBezTo>
                  <a:cubicBezTo>
                    <a:pt x="6261" y="435892"/>
                    <a:pt x="0" y="420776"/>
                    <a:pt x="0" y="405014"/>
                  </a:cubicBezTo>
                  <a:lnTo>
                    <a:pt x="0" y="59430"/>
                  </a:lnTo>
                  <a:cubicBezTo>
                    <a:pt x="0" y="43668"/>
                    <a:pt x="6261" y="28552"/>
                    <a:pt x="17407" y="17407"/>
                  </a:cubicBezTo>
                  <a:cubicBezTo>
                    <a:pt x="28552" y="6261"/>
                    <a:pt x="43668" y="0"/>
                    <a:pt x="59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680103" cy="51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3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-5333475" y="-8024716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8" y="0"/>
                </a:lnTo>
                <a:lnTo>
                  <a:pt x="11355338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6408343" y="6503986"/>
            <a:ext cx="5471313" cy="1514559"/>
            <a:chOff x="0" y="0"/>
            <a:chExt cx="1680103" cy="46508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680103" cy="465083"/>
            </a:xfrm>
            <a:custGeom>
              <a:avLst/>
              <a:gdLst/>
              <a:ahLst/>
              <a:cxnLst/>
              <a:rect l="l" t="t" r="r" b="b"/>
              <a:pathLst>
                <a:path w="1680103" h="465083">
                  <a:moveTo>
                    <a:pt x="59430" y="0"/>
                  </a:moveTo>
                  <a:lnTo>
                    <a:pt x="1620673" y="0"/>
                  </a:lnTo>
                  <a:cubicBezTo>
                    <a:pt x="1636435" y="0"/>
                    <a:pt x="1651551" y="6261"/>
                    <a:pt x="1662696" y="17407"/>
                  </a:cubicBezTo>
                  <a:cubicBezTo>
                    <a:pt x="1673841" y="28552"/>
                    <a:pt x="1680103" y="43668"/>
                    <a:pt x="1680103" y="59430"/>
                  </a:cubicBezTo>
                  <a:lnTo>
                    <a:pt x="1680103" y="405653"/>
                  </a:lnTo>
                  <a:cubicBezTo>
                    <a:pt x="1680103" y="421415"/>
                    <a:pt x="1673841" y="436531"/>
                    <a:pt x="1662696" y="447676"/>
                  </a:cubicBezTo>
                  <a:cubicBezTo>
                    <a:pt x="1651551" y="458822"/>
                    <a:pt x="1636435" y="465083"/>
                    <a:pt x="1620673" y="465083"/>
                  </a:cubicBezTo>
                  <a:lnTo>
                    <a:pt x="59430" y="465083"/>
                  </a:lnTo>
                  <a:cubicBezTo>
                    <a:pt x="43668" y="465083"/>
                    <a:pt x="28552" y="458822"/>
                    <a:pt x="17407" y="447676"/>
                  </a:cubicBezTo>
                  <a:cubicBezTo>
                    <a:pt x="6261" y="436531"/>
                    <a:pt x="0" y="421415"/>
                    <a:pt x="0" y="405653"/>
                  </a:cubicBezTo>
                  <a:lnTo>
                    <a:pt x="0" y="59430"/>
                  </a:lnTo>
                  <a:cubicBezTo>
                    <a:pt x="0" y="43668"/>
                    <a:pt x="6261" y="28552"/>
                    <a:pt x="17407" y="17407"/>
                  </a:cubicBezTo>
                  <a:cubicBezTo>
                    <a:pt x="28552" y="6261"/>
                    <a:pt x="43668" y="0"/>
                    <a:pt x="59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680103" cy="5127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3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2904244" y="6732736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12266137" y="6503986"/>
            <a:ext cx="5471313" cy="1512478"/>
            <a:chOff x="0" y="0"/>
            <a:chExt cx="1680103" cy="4644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680103" cy="464444"/>
            </a:xfrm>
            <a:custGeom>
              <a:avLst/>
              <a:gdLst/>
              <a:ahLst/>
              <a:cxnLst/>
              <a:rect l="l" t="t" r="r" b="b"/>
              <a:pathLst>
                <a:path w="1680103" h="464444">
                  <a:moveTo>
                    <a:pt x="59430" y="0"/>
                  </a:moveTo>
                  <a:lnTo>
                    <a:pt x="1620673" y="0"/>
                  </a:lnTo>
                  <a:cubicBezTo>
                    <a:pt x="1636435" y="0"/>
                    <a:pt x="1651551" y="6261"/>
                    <a:pt x="1662696" y="17407"/>
                  </a:cubicBezTo>
                  <a:cubicBezTo>
                    <a:pt x="1673841" y="28552"/>
                    <a:pt x="1680103" y="43668"/>
                    <a:pt x="1680103" y="59430"/>
                  </a:cubicBezTo>
                  <a:lnTo>
                    <a:pt x="1680103" y="405014"/>
                  </a:lnTo>
                  <a:cubicBezTo>
                    <a:pt x="1680103" y="437836"/>
                    <a:pt x="1653495" y="464444"/>
                    <a:pt x="1620673" y="464444"/>
                  </a:cubicBezTo>
                  <a:lnTo>
                    <a:pt x="59430" y="464444"/>
                  </a:lnTo>
                  <a:cubicBezTo>
                    <a:pt x="43668" y="464444"/>
                    <a:pt x="28552" y="458183"/>
                    <a:pt x="17407" y="447037"/>
                  </a:cubicBezTo>
                  <a:cubicBezTo>
                    <a:pt x="6261" y="435892"/>
                    <a:pt x="0" y="420776"/>
                    <a:pt x="0" y="405014"/>
                  </a:cubicBezTo>
                  <a:lnTo>
                    <a:pt x="0" y="59430"/>
                  </a:lnTo>
                  <a:cubicBezTo>
                    <a:pt x="0" y="43668"/>
                    <a:pt x="6261" y="28552"/>
                    <a:pt x="17407" y="17407"/>
                  </a:cubicBezTo>
                  <a:cubicBezTo>
                    <a:pt x="28552" y="6261"/>
                    <a:pt x="43668" y="0"/>
                    <a:pt x="5943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  <a:ln cap="rnd">
              <a:noFill/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1680103" cy="51206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138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7663846" y="3031110"/>
            <a:ext cx="3051097" cy="3191639"/>
          </a:xfrm>
          <a:custGeom>
            <a:avLst/>
            <a:gdLst/>
            <a:ahLst/>
            <a:cxnLst/>
            <a:rect l="l" t="t" r="r" b="b"/>
            <a:pathLst>
              <a:path w="3051097" h="3191639">
                <a:moveTo>
                  <a:pt x="0" y="0"/>
                </a:moveTo>
                <a:lnTo>
                  <a:pt x="3051096" y="0"/>
                </a:lnTo>
                <a:lnTo>
                  <a:pt x="3051096" y="3191639"/>
                </a:lnTo>
                <a:lnTo>
                  <a:pt x="0" y="31916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303" r="-2303"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578185" y="3031110"/>
            <a:ext cx="3132860" cy="2999338"/>
          </a:xfrm>
          <a:custGeom>
            <a:avLst/>
            <a:gdLst/>
            <a:ahLst/>
            <a:cxnLst/>
            <a:rect l="l" t="t" r="r" b="b"/>
            <a:pathLst>
              <a:path w="3132860" h="2999338">
                <a:moveTo>
                  <a:pt x="0" y="0"/>
                </a:moveTo>
                <a:lnTo>
                  <a:pt x="3132860" y="0"/>
                </a:lnTo>
                <a:lnTo>
                  <a:pt x="3132860" y="2999338"/>
                </a:lnTo>
                <a:lnTo>
                  <a:pt x="0" y="2999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8358" t="-45153" r="-39575" b="-40701"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173930" y="2803379"/>
            <a:ext cx="3419370" cy="3419370"/>
          </a:xfrm>
          <a:custGeom>
            <a:avLst/>
            <a:gdLst/>
            <a:ahLst/>
            <a:cxnLst/>
            <a:rect l="l" t="t" r="r" b="b"/>
            <a:pathLst>
              <a:path w="3419370" h="3419370">
                <a:moveTo>
                  <a:pt x="0" y="0"/>
                </a:moveTo>
                <a:lnTo>
                  <a:pt x="3419370" y="0"/>
                </a:lnTo>
                <a:lnTo>
                  <a:pt x="3419370" y="3419370"/>
                </a:lnTo>
                <a:lnTo>
                  <a:pt x="0" y="34193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890230" y="645394"/>
            <a:ext cx="9036227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Besoins non fonctionnels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903629" y="6975516"/>
            <a:ext cx="448074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La fiabilité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904244" y="7047992"/>
            <a:ext cx="448074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La sécurité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8902" y="6974475"/>
            <a:ext cx="4480741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L’ergonomie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58614" y="4302938"/>
            <a:ext cx="3783038" cy="50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7717251" y="-4973623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31141" y="4073425"/>
            <a:ext cx="1072649" cy="10726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59566" y="1379499"/>
            <a:ext cx="8550780" cy="140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8614" y="7118979"/>
            <a:ext cx="3783038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Conception de l’application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31141" y="5393127"/>
            <a:ext cx="1072649" cy="107264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943812" y="5357322"/>
            <a:ext cx="9876107" cy="9876107"/>
          </a:xfrm>
          <a:custGeom>
            <a:avLst/>
            <a:gdLst/>
            <a:ahLst/>
            <a:cxnLst/>
            <a:rect l="l" t="t" r="r" b="b"/>
            <a:pathLst>
              <a:path w="9876107" h="9876107">
                <a:moveTo>
                  <a:pt x="0" y="0"/>
                </a:moveTo>
                <a:lnTo>
                  <a:pt x="9876107" y="0"/>
                </a:lnTo>
                <a:lnTo>
                  <a:pt x="9876107" y="9876106"/>
                </a:lnTo>
                <a:lnTo>
                  <a:pt x="0" y="9876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58614" y="5449931"/>
            <a:ext cx="5013686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Analyse et spécification des besoins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131141" y="7074907"/>
            <a:ext cx="1072649" cy="107264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 dirty="0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4535439" y="1876103"/>
            <a:ext cx="1439279" cy="1399001"/>
          </a:xfrm>
          <a:custGeom>
            <a:avLst/>
            <a:gdLst/>
            <a:ahLst/>
            <a:cxnLst/>
            <a:rect l="l" t="t" r="r" b="b"/>
            <a:pathLst>
              <a:path w="1439279" h="1399001">
                <a:moveTo>
                  <a:pt x="0" y="0"/>
                </a:moveTo>
                <a:lnTo>
                  <a:pt x="1439279" y="0"/>
                </a:lnTo>
                <a:lnTo>
                  <a:pt x="1439279" y="1399001"/>
                </a:lnTo>
                <a:lnTo>
                  <a:pt x="0" y="1399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44019" y="-8024716"/>
            <a:ext cx="19851279" cy="19851279"/>
          </a:xfrm>
          <a:custGeom>
            <a:avLst/>
            <a:gdLst/>
            <a:ahLst/>
            <a:cxnLst/>
            <a:rect l="l" t="t" r="r" b="b"/>
            <a:pathLst>
              <a:path w="19851279" h="19851279">
                <a:moveTo>
                  <a:pt x="0" y="0"/>
                </a:moveTo>
                <a:lnTo>
                  <a:pt x="19851279" y="0"/>
                </a:lnTo>
                <a:lnTo>
                  <a:pt x="19851279" y="19851279"/>
                </a:lnTo>
                <a:lnTo>
                  <a:pt x="0" y="19851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5951521" y="278689"/>
            <a:ext cx="1307779" cy="1948750"/>
            <a:chOff x="0" y="0"/>
            <a:chExt cx="3663950" cy="5459730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3600450" cy="5396230"/>
            </a:xfrm>
            <a:custGeom>
              <a:avLst/>
              <a:gdLst/>
              <a:ahLst/>
              <a:cxnLst/>
              <a:rect l="l" t="t" r="r" b="b"/>
              <a:pathLst>
                <a:path w="3600450" h="5396230">
                  <a:moveTo>
                    <a:pt x="3600450" y="5036820"/>
                  </a:moveTo>
                  <a:cubicBezTo>
                    <a:pt x="3600450" y="5236210"/>
                    <a:pt x="3439160" y="5396230"/>
                    <a:pt x="3241040" y="5396230"/>
                  </a:cubicBezTo>
                  <a:lnTo>
                    <a:pt x="359410" y="5396230"/>
                  </a:lnTo>
                  <a:cubicBezTo>
                    <a:pt x="160020" y="5396230"/>
                    <a:pt x="0" y="5234940"/>
                    <a:pt x="0" y="503682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5036820"/>
                  </a:lnTo>
                  <a:close/>
                </a:path>
              </a:pathLst>
            </a:custGeom>
            <a:blipFill>
              <a:blip r:embed="rId4"/>
              <a:stretch>
                <a:fillRect l="-62477" r="-62477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663950" cy="5459730"/>
            </a:xfrm>
            <a:custGeom>
              <a:avLst/>
              <a:gdLst/>
              <a:ahLst/>
              <a:cxnLst/>
              <a:rect l="l" t="t" r="r" b="b"/>
              <a:pathLst>
                <a:path w="3663950" h="5459730">
                  <a:moveTo>
                    <a:pt x="3271520" y="5459730"/>
                  </a:moveTo>
                  <a:lnTo>
                    <a:pt x="391160" y="5459730"/>
                  </a:lnTo>
                  <a:cubicBezTo>
                    <a:pt x="175260" y="5459730"/>
                    <a:pt x="0" y="5284470"/>
                    <a:pt x="0" y="5068570"/>
                  </a:cubicBezTo>
                  <a:lnTo>
                    <a:pt x="0" y="39116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5067300"/>
                  </a:lnTo>
                  <a:cubicBezTo>
                    <a:pt x="3663950" y="5284470"/>
                    <a:pt x="3487420" y="5459730"/>
                    <a:pt x="3271520" y="545973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5067300"/>
                  </a:lnTo>
                  <a:cubicBezTo>
                    <a:pt x="63500" y="5248910"/>
                    <a:pt x="210820" y="5394960"/>
                    <a:pt x="391160" y="5394960"/>
                  </a:cubicBezTo>
                  <a:lnTo>
                    <a:pt x="3271520" y="5394960"/>
                  </a:lnTo>
                  <a:cubicBezTo>
                    <a:pt x="3453130" y="5394960"/>
                    <a:pt x="3599180" y="5247640"/>
                    <a:pt x="3599180" y="506730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7CB3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5644650" y="8639630"/>
            <a:ext cx="5286700" cy="5286700"/>
          </a:xfrm>
          <a:custGeom>
            <a:avLst/>
            <a:gdLst/>
            <a:ahLst/>
            <a:cxnLst/>
            <a:rect l="l" t="t" r="r" b="b"/>
            <a:pathLst>
              <a:path w="5286700" h="5286700">
                <a:moveTo>
                  <a:pt x="0" y="0"/>
                </a:moveTo>
                <a:lnTo>
                  <a:pt x="5286700" y="0"/>
                </a:lnTo>
                <a:lnTo>
                  <a:pt x="5286700" y="5286700"/>
                </a:lnTo>
                <a:lnTo>
                  <a:pt x="0" y="528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00043" y="3076405"/>
            <a:ext cx="7349832" cy="5117008"/>
          </a:xfrm>
          <a:custGeom>
            <a:avLst/>
            <a:gdLst/>
            <a:ahLst/>
            <a:cxnLst/>
            <a:rect l="l" t="t" r="r" b="b"/>
            <a:pathLst>
              <a:path w="7349832" h="5117008">
                <a:moveTo>
                  <a:pt x="0" y="0"/>
                </a:moveTo>
                <a:lnTo>
                  <a:pt x="7349832" y="0"/>
                </a:lnTo>
                <a:lnTo>
                  <a:pt x="7349832" y="5117008"/>
                </a:lnTo>
                <a:lnTo>
                  <a:pt x="0" y="511700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8901" r="-12902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12044" y="3064716"/>
            <a:ext cx="10060976" cy="5128697"/>
          </a:xfrm>
          <a:custGeom>
            <a:avLst/>
            <a:gdLst/>
            <a:ahLst/>
            <a:cxnLst/>
            <a:rect l="l" t="t" r="r" b="b"/>
            <a:pathLst>
              <a:path w="10060976" h="5128697">
                <a:moveTo>
                  <a:pt x="0" y="0"/>
                </a:moveTo>
                <a:lnTo>
                  <a:pt x="10060975" y="0"/>
                </a:lnTo>
                <a:lnTo>
                  <a:pt x="10060975" y="5128697"/>
                </a:lnTo>
                <a:lnTo>
                  <a:pt x="0" y="51286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285733" y="506413"/>
            <a:ext cx="9746254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Architecture de l'application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EEFF">
                <a:alpha val="100000"/>
              </a:srgbClr>
            </a:gs>
            <a:gs pos="100000">
              <a:srgbClr val="B0C5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06229" y="2750901"/>
            <a:ext cx="15477547" cy="5977387"/>
          </a:xfrm>
          <a:custGeom>
            <a:avLst/>
            <a:gdLst/>
            <a:ahLst/>
            <a:cxnLst/>
            <a:rect l="l" t="t" r="r" b="b"/>
            <a:pathLst>
              <a:path w="15477547" h="5977387">
                <a:moveTo>
                  <a:pt x="0" y="0"/>
                </a:moveTo>
                <a:lnTo>
                  <a:pt x="15477547" y="0"/>
                </a:lnTo>
                <a:lnTo>
                  <a:pt x="15477547" y="5977387"/>
                </a:lnTo>
                <a:lnTo>
                  <a:pt x="0" y="5977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97" r="-307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1951471" y="460375"/>
            <a:ext cx="16292993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Diagramme de cas d’utilisation</a:t>
            </a:r>
          </a:p>
        </p:txBody>
      </p:sp>
      <p:sp>
        <p:nvSpPr>
          <p:cNvPr id="4" name="Freeform 4"/>
          <p:cNvSpPr/>
          <p:nvPr/>
        </p:nvSpPr>
        <p:spPr>
          <a:xfrm>
            <a:off x="15813149" y="612775"/>
            <a:ext cx="1941254" cy="1578078"/>
          </a:xfrm>
          <a:custGeom>
            <a:avLst/>
            <a:gdLst/>
            <a:ahLst/>
            <a:cxnLst/>
            <a:rect l="l" t="t" r="r" b="b"/>
            <a:pathLst>
              <a:path w="1941254" h="1578078">
                <a:moveTo>
                  <a:pt x="0" y="0"/>
                </a:moveTo>
                <a:lnTo>
                  <a:pt x="1941254" y="0"/>
                </a:lnTo>
                <a:lnTo>
                  <a:pt x="1941254" y="1578078"/>
                </a:lnTo>
                <a:lnTo>
                  <a:pt x="0" y="157807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44019" y="-8024716"/>
            <a:ext cx="19851279" cy="19851279"/>
          </a:xfrm>
          <a:custGeom>
            <a:avLst/>
            <a:gdLst/>
            <a:ahLst/>
            <a:cxnLst/>
            <a:rect l="l" t="t" r="r" b="b"/>
            <a:pathLst>
              <a:path w="19851279" h="19851279">
                <a:moveTo>
                  <a:pt x="0" y="0"/>
                </a:moveTo>
                <a:lnTo>
                  <a:pt x="19851279" y="0"/>
                </a:lnTo>
                <a:lnTo>
                  <a:pt x="19851279" y="19851279"/>
                </a:lnTo>
                <a:lnTo>
                  <a:pt x="0" y="19851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5951521" y="278689"/>
            <a:ext cx="1307779" cy="1948750"/>
            <a:chOff x="0" y="0"/>
            <a:chExt cx="3663950" cy="5459730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3600450" cy="5396230"/>
            </a:xfrm>
            <a:custGeom>
              <a:avLst/>
              <a:gdLst/>
              <a:ahLst/>
              <a:cxnLst/>
              <a:rect l="l" t="t" r="r" b="b"/>
              <a:pathLst>
                <a:path w="3600450" h="5396230">
                  <a:moveTo>
                    <a:pt x="3600450" y="5036820"/>
                  </a:moveTo>
                  <a:cubicBezTo>
                    <a:pt x="3600450" y="5236210"/>
                    <a:pt x="3439160" y="5396230"/>
                    <a:pt x="3241040" y="5396230"/>
                  </a:cubicBezTo>
                  <a:lnTo>
                    <a:pt x="359410" y="5396230"/>
                  </a:lnTo>
                  <a:cubicBezTo>
                    <a:pt x="160020" y="5396230"/>
                    <a:pt x="0" y="5234940"/>
                    <a:pt x="0" y="503682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5036820"/>
                  </a:lnTo>
                  <a:close/>
                </a:path>
              </a:pathLst>
            </a:custGeom>
            <a:blipFill>
              <a:blip r:embed="rId4"/>
              <a:stretch>
                <a:fillRect l="-62477" r="-62477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663950" cy="5459730"/>
            </a:xfrm>
            <a:custGeom>
              <a:avLst/>
              <a:gdLst/>
              <a:ahLst/>
              <a:cxnLst/>
              <a:rect l="l" t="t" r="r" b="b"/>
              <a:pathLst>
                <a:path w="3663950" h="5459730">
                  <a:moveTo>
                    <a:pt x="3271520" y="5459730"/>
                  </a:moveTo>
                  <a:lnTo>
                    <a:pt x="391160" y="5459730"/>
                  </a:lnTo>
                  <a:cubicBezTo>
                    <a:pt x="175260" y="5459730"/>
                    <a:pt x="0" y="5284470"/>
                    <a:pt x="0" y="5068570"/>
                  </a:cubicBezTo>
                  <a:lnTo>
                    <a:pt x="0" y="39116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5067300"/>
                  </a:lnTo>
                  <a:cubicBezTo>
                    <a:pt x="3663950" y="5284470"/>
                    <a:pt x="3487420" y="5459730"/>
                    <a:pt x="3271520" y="545973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5067300"/>
                  </a:lnTo>
                  <a:cubicBezTo>
                    <a:pt x="63500" y="5248910"/>
                    <a:pt x="210820" y="5394960"/>
                    <a:pt x="391160" y="5394960"/>
                  </a:cubicBezTo>
                  <a:lnTo>
                    <a:pt x="3271520" y="5394960"/>
                  </a:lnTo>
                  <a:cubicBezTo>
                    <a:pt x="3453130" y="5394960"/>
                    <a:pt x="3599180" y="5247640"/>
                    <a:pt x="3599180" y="506730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7CB3FF"/>
            </a:solidFill>
          </p:spPr>
        </p:sp>
      </p:grpSp>
      <p:sp>
        <p:nvSpPr>
          <p:cNvPr id="6" name="Freeform 6"/>
          <p:cNvSpPr/>
          <p:nvPr/>
        </p:nvSpPr>
        <p:spPr>
          <a:xfrm>
            <a:off x="15644650" y="8639630"/>
            <a:ext cx="5286700" cy="5286700"/>
          </a:xfrm>
          <a:custGeom>
            <a:avLst/>
            <a:gdLst/>
            <a:ahLst/>
            <a:cxnLst/>
            <a:rect l="l" t="t" r="r" b="b"/>
            <a:pathLst>
              <a:path w="5286700" h="5286700">
                <a:moveTo>
                  <a:pt x="0" y="0"/>
                </a:moveTo>
                <a:lnTo>
                  <a:pt x="5286700" y="0"/>
                </a:lnTo>
                <a:lnTo>
                  <a:pt x="5286700" y="5286700"/>
                </a:lnTo>
                <a:lnTo>
                  <a:pt x="0" y="528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436364" y="1900923"/>
            <a:ext cx="13208286" cy="8097253"/>
          </a:xfrm>
          <a:custGeom>
            <a:avLst/>
            <a:gdLst/>
            <a:ahLst/>
            <a:cxnLst/>
            <a:rect l="l" t="t" r="r" b="b"/>
            <a:pathLst>
              <a:path w="13208286" h="8097253">
                <a:moveTo>
                  <a:pt x="0" y="0"/>
                </a:moveTo>
                <a:lnTo>
                  <a:pt x="13208286" y="0"/>
                </a:lnTo>
                <a:lnTo>
                  <a:pt x="13208286" y="8097253"/>
                </a:lnTo>
                <a:lnTo>
                  <a:pt x="0" y="80972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19" t="-4059" r="-2773" b="-405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85733" y="506413"/>
            <a:ext cx="9746254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Diagramme de séquence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58614" y="4302938"/>
            <a:ext cx="3783038" cy="50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7717251" y="-4973623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31141" y="4073425"/>
            <a:ext cx="1072649" cy="10726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59566" y="1379499"/>
            <a:ext cx="8550780" cy="140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8614" y="7118979"/>
            <a:ext cx="3783038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Conception de l’application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31141" y="5393127"/>
            <a:ext cx="1072649" cy="107264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943812" y="5357322"/>
            <a:ext cx="9876107" cy="9876107"/>
          </a:xfrm>
          <a:custGeom>
            <a:avLst/>
            <a:gdLst/>
            <a:ahLst/>
            <a:cxnLst/>
            <a:rect l="l" t="t" r="r" b="b"/>
            <a:pathLst>
              <a:path w="9876107" h="9876107">
                <a:moveTo>
                  <a:pt x="0" y="0"/>
                </a:moveTo>
                <a:lnTo>
                  <a:pt x="9876107" y="0"/>
                </a:lnTo>
                <a:lnTo>
                  <a:pt x="9876107" y="9876106"/>
                </a:lnTo>
                <a:lnTo>
                  <a:pt x="0" y="9876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3458614" y="5449931"/>
            <a:ext cx="5013686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Analyse et spécification des besoins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131141" y="7074907"/>
            <a:ext cx="1072649" cy="107264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610346" y="4502193"/>
            <a:ext cx="3783038" cy="50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Réalisation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82873" y="4272680"/>
            <a:ext cx="1072649" cy="107264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4535439" y="1876103"/>
            <a:ext cx="1439279" cy="1399001"/>
          </a:xfrm>
          <a:custGeom>
            <a:avLst/>
            <a:gdLst/>
            <a:ahLst/>
            <a:cxnLst/>
            <a:rect l="l" t="t" r="r" b="b"/>
            <a:pathLst>
              <a:path w="1439279" h="1399001">
                <a:moveTo>
                  <a:pt x="0" y="0"/>
                </a:moveTo>
                <a:lnTo>
                  <a:pt x="1439279" y="0"/>
                </a:lnTo>
                <a:lnTo>
                  <a:pt x="1439279" y="1399001"/>
                </a:lnTo>
                <a:lnTo>
                  <a:pt x="0" y="1399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4555" y="635205"/>
            <a:ext cx="13928057" cy="87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5"/>
              </a:lnSpc>
              <a:spcBef>
                <a:spcPct val="0"/>
              </a:spcBef>
            </a:pPr>
            <a:r>
              <a:rPr lang="en-US" sz="4846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Technologies utilisées pour partie Software</a:t>
            </a:r>
          </a:p>
        </p:txBody>
      </p:sp>
      <p:sp>
        <p:nvSpPr>
          <p:cNvPr id="3" name="Freeform 3"/>
          <p:cNvSpPr/>
          <p:nvPr/>
        </p:nvSpPr>
        <p:spPr>
          <a:xfrm>
            <a:off x="12929939" y="6223128"/>
            <a:ext cx="8935030" cy="8935030"/>
          </a:xfrm>
          <a:custGeom>
            <a:avLst/>
            <a:gdLst/>
            <a:ahLst/>
            <a:cxnLst/>
            <a:rect l="l" t="t" r="r" b="b"/>
            <a:pathLst>
              <a:path w="8935030" h="8935030">
                <a:moveTo>
                  <a:pt x="0" y="0"/>
                </a:moveTo>
                <a:lnTo>
                  <a:pt x="8935030" y="0"/>
                </a:lnTo>
                <a:lnTo>
                  <a:pt x="8935030" y="8935030"/>
                </a:lnTo>
                <a:lnTo>
                  <a:pt x="0" y="893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29573" y="8094101"/>
            <a:ext cx="2558427" cy="2079788"/>
          </a:xfrm>
          <a:custGeom>
            <a:avLst/>
            <a:gdLst/>
            <a:ahLst/>
            <a:cxnLst/>
            <a:rect l="l" t="t" r="r" b="b"/>
            <a:pathLst>
              <a:path w="2558427" h="2079788">
                <a:moveTo>
                  <a:pt x="0" y="0"/>
                </a:moveTo>
                <a:lnTo>
                  <a:pt x="2558427" y="0"/>
                </a:lnTo>
                <a:lnTo>
                  <a:pt x="2558427" y="2079788"/>
                </a:lnTo>
                <a:lnTo>
                  <a:pt x="0" y="2079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394211" y="-2802161"/>
            <a:ext cx="6788421" cy="6788421"/>
          </a:xfrm>
          <a:custGeom>
            <a:avLst/>
            <a:gdLst/>
            <a:ahLst/>
            <a:cxnLst/>
            <a:rect l="l" t="t" r="r" b="b"/>
            <a:pathLst>
              <a:path w="6788421" h="6788421">
                <a:moveTo>
                  <a:pt x="0" y="0"/>
                </a:moveTo>
                <a:lnTo>
                  <a:pt x="6788422" y="0"/>
                </a:lnTo>
                <a:lnTo>
                  <a:pt x="6788422" y="6788421"/>
                </a:lnTo>
                <a:lnTo>
                  <a:pt x="0" y="6788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4555" y="2335898"/>
            <a:ext cx="3300724" cy="3300724"/>
          </a:xfrm>
          <a:custGeom>
            <a:avLst/>
            <a:gdLst/>
            <a:ahLst/>
            <a:cxnLst/>
            <a:rect l="l" t="t" r="r" b="b"/>
            <a:pathLst>
              <a:path w="3300724" h="3300724">
                <a:moveTo>
                  <a:pt x="0" y="0"/>
                </a:moveTo>
                <a:lnTo>
                  <a:pt x="3300724" y="0"/>
                </a:lnTo>
                <a:lnTo>
                  <a:pt x="3300724" y="3300724"/>
                </a:lnTo>
                <a:lnTo>
                  <a:pt x="0" y="3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07395" y="6225149"/>
            <a:ext cx="2575044" cy="2908847"/>
          </a:xfrm>
          <a:custGeom>
            <a:avLst/>
            <a:gdLst/>
            <a:ahLst/>
            <a:cxnLst/>
            <a:rect l="l" t="t" r="r" b="b"/>
            <a:pathLst>
              <a:path w="2575044" h="2908847">
                <a:moveTo>
                  <a:pt x="0" y="0"/>
                </a:moveTo>
                <a:lnTo>
                  <a:pt x="2575044" y="0"/>
                </a:lnTo>
                <a:lnTo>
                  <a:pt x="2575044" y="2908846"/>
                </a:lnTo>
                <a:lnTo>
                  <a:pt x="0" y="29088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0020537" y="6302305"/>
            <a:ext cx="3104878" cy="3071991"/>
          </a:xfrm>
          <a:custGeom>
            <a:avLst/>
            <a:gdLst/>
            <a:ahLst/>
            <a:cxnLst/>
            <a:rect l="l" t="t" r="r" b="b"/>
            <a:pathLst>
              <a:path w="3104878" h="3071991">
                <a:moveTo>
                  <a:pt x="0" y="0"/>
                </a:moveTo>
                <a:lnTo>
                  <a:pt x="3104878" y="0"/>
                </a:lnTo>
                <a:lnTo>
                  <a:pt x="3104878" y="3071991"/>
                </a:lnTo>
                <a:lnTo>
                  <a:pt x="0" y="30719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30784" t="-2729" r="-45907" b="-406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020537" y="2335898"/>
            <a:ext cx="3104878" cy="2807602"/>
          </a:xfrm>
          <a:custGeom>
            <a:avLst/>
            <a:gdLst/>
            <a:ahLst/>
            <a:cxnLst/>
            <a:rect l="l" t="t" r="r" b="b"/>
            <a:pathLst>
              <a:path w="3104878" h="2807602">
                <a:moveTo>
                  <a:pt x="0" y="0"/>
                </a:moveTo>
                <a:lnTo>
                  <a:pt x="3104878" y="0"/>
                </a:lnTo>
                <a:lnTo>
                  <a:pt x="3104878" y="2807602"/>
                </a:lnTo>
                <a:lnTo>
                  <a:pt x="0" y="28076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657924" y="4680504"/>
            <a:ext cx="4749969" cy="2999068"/>
          </a:xfrm>
          <a:custGeom>
            <a:avLst/>
            <a:gdLst/>
            <a:ahLst/>
            <a:cxnLst/>
            <a:rect l="l" t="t" r="r" b="b"/>
            <a:pathLst>
              <a:path w="4749969" h="2999068">
                <a:moveTo>
                  <a:pt x="0" y="0"/>
                </a:moveTo>
                <a:lnTo>
                  <a:pt x="4749969" y="0"/>
                </a:lnTo>
                <a:lnTo>
                  <a:pt x="4749969" y="2999068"/>
                </a:lnTo>
                <a:lnTo>
                  <a:pt x="0" y="299906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4338843" y="4019595"/>
            <a:ext cx="3058612" cy="4320886"/>
          </a:xfrm>
          <a:custGeom>
            <a:avLst/>
            <a:gdLst/>
            <a:ahLst/>
            <a:cxnLst/>
            <a:rect l="l" t="t" r="r" b="b"/>
            <a:pathLst>
              <a:path w="3058612" h="4320886">
                <a:moveTo>
                  <a:pt x="0" y="0"/>
                </a:moveTo>
                <a:lnTo>
                  <a:pt x="3058611" y="0"/>
                </a:lnTo>
                <a:lnTo>
                  <a:pt x="3058611" y="4320885"/>
                </a:lnTo>
                <a:lnTo>
                  <a:pt x="0" y="4320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65188" r="-65188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4555" y="635205"/>
            <a:ext cx="13928057" cy="8758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85"/>
              </a:lnSpc>
              <a:spcBef>
                <a:spcPct val="0"/>
              </a:spcBef>
            </a:pPr>
            <a:r>
              <a:rPr lang="en-US" sz="4846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Technologies utilisées pour partie Hardware</a:t>
            </a:r>
          </a:p>
        </p:txBody>
      </p:sp>
      <p:sp>
        <p:nvSpPr>
          <p:cNvPr id="3" name="Freeform 3"/>
          <p:cNvSpPr/>
          <p:nvPr/>
        </p:nvSpPr>
        <p:spPr>
          <a:xfrm>
            <a:off x="12929939" y="6223128"/>
            <a:ext cx="8935030" cy="8935030"/>
          </a:xfrm>
          <a:custGeom>
            <a:avLst/>
            <a:gdLst/>
            <a:ahLst/>
            <a:cxnLst/>
            <a:rect l="l" t="t" r="r" b="b"/>
            <a:pathLst>
              <a:path w="8935030" h="8935030">
                <a:moveTo>
                  <a:pt x="0" y="0"/>
                </a:moveTo>
                <a:lnTo>
                  <a:pt x="8935030" y="0"/>
                </a:lnTo>
                <a:lnTo>
                  <a:pt x="8935030" y="8935030"/>
                </a:lnTo>
                <a:lnTo>
                  <a:pt x="0" y="893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29573" y="8094101"/>
            <a:ext cx="2558427" cy="2079788"/>
          </a:xfrm>
          <a:custGeom>
            <a:avLst/>
            <a:gdLst/>
            <a:ahLst/>
            <a:cxnLst/>
            <a:rect l="l" t="t" r="r" b="b"/>
            <a:pathLst>
              <a:path w="2558427" h="2079788">
                <a:moveTo>
                  <a:pt x="0" y="0"/>
                </a:moveTo>
                <a:lnTo>
                  <a:pt x="2558427" y="0"/>
                </a:lnTo>
                <a:lnTo>
                  <a:pt x="2558427" y="2079788"/>
                </a:lnTo>
                <a:lnTo>
                  <a:pt x="0" y="2079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394211" y="-2802161"/>
            <a:ext cx="6788421" cy="6788421"/>
          </a:xfrm>
          <a:custGeom>
            <a:avLst/>
            <a:gdLst/>
            <a:ahLst/>
            <a:cxnLst/>
            <a:rect l="l" t="t" r="r" b="b"/>
            <a:pathLst>
              <a:path w="6788421" h="6788421">
                <a:moveTo>
                  <a:pt x="0" y="0"/>
                </a:moveTo>
                <a:lnTo>
                  <a:pt x="6788422" y="0"/>
                </a:lnTo>
                <a:lnTo>
                  <a:pt x="6788422" y="6788421"/>
                </a:lnTo>
                <a:lnTo>
                  <a:pt x="0" y="6788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744555" y="2335898"/>
            <a:ext cx="3245219" cy="3300724"/>
          </a:xfrm>
          <a:custGeom>
            <a:avLst/>
            <a:gdLst/>
            <a:ahLst/>
            <a:cxnLst/>
            <a:rect l="l" t="t" r="r" b="b"/>
            <a:pathLst>
              <a:path w="3245219" h="3300724">
                <a:moveTo>
                  <a:pt x="0" y="0"/>
                </a:moveTo>
                <a:lnTo>
                  <a:pt x="3245218" y="0"/>
                </a:lnTo>
                <a:lnTo>
                  <a:pt x="3245218" y="3300724"/>
                </a:lnTo>
                <a:lnTo>
                  <a:pt x="0" y="33007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710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572976" y="5708867"/>
            <a:ext cx="3789449" cy="3425128"/>
          </a:xfrm>
          <a:custGeom>
            <a:avLst/>
            <a:gdLst/>
            <a:ahLst/>
            <a:cxnLst/>
            <a:rect l="l" t="t" r="r" b="b"/>
            <a:pathLst>
              <a:path w="3789449" h="3425128">
                <a:moveTo>
                  <a:pt x="0" y="0"/>
                </a:moveTo>
                <a:lnTo>
                  <a:pt x="3789449" y="0"/>
                </a:lnTo>
                <a:lnTo>
                  <a:pt x="3789449" y="3425128"/>
                </a:lnTo>
                <a:lnTo>
                  <a:pt x="0" y="342512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096" r="-396" b="-8979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737523" y="6319485"/>
            <a:ext cx="3252251" cy="3217803"/>
          </a:xfrm>
          <a:custGeom>
            <a:avLst/>
            <a:gdLst/>
            <a:ahLst/>
            <a:cxnLst/>
            <a:rect l="l" t="t" r="r" b="b"/>
            <a:pathLst>
              <a:path w="3252251" h="3217803">
                <a:moveTo>
                  <a:pt x="0" y="0"/>
                </a:moveTo>
                <a:lnTo>
                  <a:pt x="3252250" y="0"/>
                </a:lnTo>
                <a:lnTo>
                  <a:pt x="3252250" y="3217803"/>
                </a:lnTo>
                <a:lnTo>
                  <a:pt x="0" y="321780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t="-535" b="-535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572976" y="2169380"/>
            <a:ext cx="3789449" cy="2789100"/>
          </a:xfrm>
          <a:custGeom>
            <a:avLst/>
            <a:gdLst/>
            <a:ahLst/>
            <a:cxnLst/>
            <a:rect l="l" t="t" r="r" b="b"/>
            <a:pathLst>
              <a:path w="3789449" h="2789100">
                <a:moveTo>
                  <a:pt x="0" y="0"/>
                </a:moveTo>
                <a:lnTo>
                  <a:pt x="3789449" y="0"/>
                </a:lnTo>
                <a:lnTo>
                  <a:pt x="3789449" y="2789101"/>
                </a:lnTo>
                <a:lnTo>
                  <a:pt x="0" y="278910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36" t="-663" r="-948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5556900" y="3931059"/>
            <a:ext cx="4303366" cy="3411127"/>
          </a:xfrm>
          <a:custGeom>
            <a:avLst/>
            <a:gdLst/>
            <a:ahLst/>
            <a:cxnLst/>
            <a:rect l="l" t="t" r="r" b="b"/>
            <a:pathLst>
              <a:path w="4303366" h="3411127">
                <a:moveTo>
                  <a:pt x="0" y="0"/>
                </a:moveTo>
                <a:lnTo>
                  <a:pt x="4303367" y="0"/>
                </a:lnTo>
                <a:lnTo>
                  <a:pt x="4303367" y="3411127"/>
                </a:lnTo>
                <a:lnTo>
                  <a:pt x="0" y="34111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t="-13712" b="-12039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7064" y="559431"/>
            <a:ext cx="12173576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Réalisation des interfaces mobiles</a:t>
            </a:r>
          </a:p>
        </p:txBody>
      </p:sp>
      <p:sp>
        <p:nvSpPr>
          <p:cNvPr id="3" name="Freeform 3"/>
          <p:cNvSpPr/>
          <p:nvPr/>
        </p:nvSpPr>
        <p:spPr>
          <a:xfrm>
            <a:off x="12929939" y="6223128"/>
            <a:ext cx="8935030" cy="8935030"/>
          </a:xfrm>
          <a:custGeom>
            <a:avLst/>
            <a:gdLst/>
            <a:ahLst/>
            <a:cxnLst/>
            <a:rect l="l" t="t" r="r" b="b"/>
            <a:pathLst>
              <a:path w="8935030" h="8935030">
                <a:moveTo>
                  <a:pt x="0" y="0"/>
                </a:moveTo>
                <a:lnTo>
                  <a:pt x="8935030" y="0"/>
                </a:lnTo>
                <a:lnTo>
                  <a:pt x="8935030" y="8935030"/>
                </a:lnTo>
                <a:lnTo>
                  <a:pt x="0" y="893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29573" y="8094101"/>
            <a:ext cx="2558427" cy="2079788"/>
          </a:xfrm>
          <a:custGeom>
            <a:avLst/>
            <a:gdLst/>
            <a:ahLst/>
            <a:cxnLst/>
            <a:rect l="l" t="t" r="r" b="b"/>
            <a:pathLst>
              <a:path w="2558427" h="2079788">
                <a:moveTo>
                  <a:pt x="0" y="0"/>
                </a:moveTo>
                <a:lnTo>
                  <a:pt x="2558427" y="0"/>
                </a:lnTo>
                <a:lnTo>
                  <a:pt x="2558427" y="2079788"/>
                </a:lnTo>
                <a:lnTo>
                  <a:pt x="0" y="2079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394211" y="-2802161"/>
            <a:ext cx="6788421" cy="6788421"/>
          </a:xfrm>
          <a:custGeom>
            <a:avLst/>
            <a:gdLst/>
            <a:ahLst/>
            <a:cxnLst/>
            <a:rect l="l" t="t" r="r" b="b"/>
            <a:pathLst>
              <a:path w="6788421" h="6788421">
                <a:moveTo>
                  <a:pt x="0" y="0"/>
                </a:moveTo>
                <a:lnTo>
                  <a:pt x="6788422" y="0"/>
                </a:lnTo>
                <a:lnTo>
                  <a:pt x="6788422" y="6788421"/>
                </a:lnTo>
                <a:lnTo>
                  <a:pt x="0" y="6788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517658" y="2277696"/>
            <a:ext cx="3479088" cy="7529136"/>
          </a:xfrm>
          <a:custGeom>
            <a:avLst/>
            <a:gdLst/>
            <a:ahLst/>
            <a:cxnLst/>
            <a:rect l="l" t="t" r="r" b="b"/>
            <a:pathLst>
              <a:path w="3479088" h="7529136">
                <a:moveTo>
                  <a:pt x="0" y="0"/>
                </a:moveTo>
                <a:lnTo>
                  <a:pt x="3479089" y="0"/>
                </a:lnTo>
                <a:lnTo>
                  <a:pt x="3479089" y="7529136"/>
                </a:lnTo>
                <a:lnTo>
                  <a:pt x="0" y="75291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248788" y="2277696"/>
            <a:ext cx="3479088" cy="7529136"/>
          </a:xfrm>
          <a:custGeom>
            <a:avLst/>
            <a:gdLst/>
            <a:ahLst/>
            <a:cxnLst/>
            <a:rect l="l" t="t" r="r" b="b"/>
            <a:pathLst>
              <a:path w="3479088" h="7529136">
                <a:moveTo>
                  <a:pt x="0" y="0"/>
                </a:moveTo>
                <a:lnTo>
                  <a:pt x="3479088" y="0"/>
                </a:lnTo>
                <a:lnTo>
                  <a:pt x="3479088" y="7529136"/>
                </a:lnTo>
                <a:lnTo>
                  <a:pt x="0" y="752913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2058252" y="2274926"/>
            <a:ext cx="3480368" cy="7531906"/>
          </a:xfrm>
          <a:custGeom>
            <a:avLst/>
            <a:gdLst/>
            <a:ahLst/>
            <a:cxnLst/>
            <a:rect l="l" t="t" r="r" b="b"/>
            <a:pathLst>
              <a:path w="3480368" h="7531906">
                <a:moveTo>
                  <a:pt x="0" y="0"/>
                </a:moveTo>
                <a:lnTo>
                  <a:pt x="3480369" y="0"/>
                </a:lnTo>
                <a:lnTo>
                  <a:pt x="3480369" y="7531906"/>
                </a:lnTo>
                <a:lnTo>
                  <a:pt x="0" y="75319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CD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37064" y="559431"/>
            <a:ext cx="12173576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Réalisation des interfaces mobiles</a:t>
            </a:r>
          </a:p>
        </p:txBody>
      </p:sp>
      <p:sp>
        <p:nvSpPr>
          <p:cNvPr id="3" name="Freeform 3"/>
          <p:cNvSpPr/>
          <p:nvPr/>
        </p:nvSpPr>
        <p:spPr>
          <a:xfrm>
            <a:off x="12929939" y="6223128"/>
            <a:ext cx="8935030" cy="8935030"/>
          </a:xfrm>
          <a:custGeom>
            <a:avLst/>
            <a:gdLst/>
            <a:ahLst/>
            <a:cxnLst/>
            <a:rect l="l" t="t" r="r" b="b"/>
            <a:pathLst>
              <a:path w="8935030" h="8935030">
                <a:moveTo>
                  <a:pt x="0" y="0"/>
                </a:moveTo>
                <a:lnTo>
                  <a:pt x="8935030" y="0"/>
                </a:lnTo>
                <a:lnTo>
                  <a:pt x="8935030" y="8935030"/>
                </a:lnTo>
                <a:lnTo>
                  <a:pt x="0" y="893503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114997" y="4486225"/>
            <a:ext cx="2558427" cy="2079788"/>
          </a:xfrm>
          <a:custGeom>
            <a:avLst/>
            <a:gdLst/>
            <a:ahLst/>
            <a:cxnLst/>
            <a:rect l="l" t="t" r="r" b="b"/>
            <a:pathLst>
              <a:path w="2558427" h="2079788">
                <a:moveTo>
                  <a:pt x="0" y="0"/>
                </a:moveTo>
                <a:lnTo>
                  <a:pt x="2558427" y="0"/>
                </a:lnTo>
                <a:lnTo>
                  <a:pt x="2558427" y="2079788"/>
                </a:lnTo>
                <a:lnTo>
                  <a:pt x="0" y="207978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3394211" y="-2802161"/>
            <a:ext cx="6788421" cy="6788421"/>
          </a:xfrm>
          <a:custGeom>
            <a:avLst/>
            <a:gdLst/>
            <a:ahLst/>
            <a:cxnLst/>
            <a:rect l="l" t="t" r="r" b="b"/>
            <a:pathLst>
              <a:path w="6788421" h="6788421">
                <a:moveTo>
                  <a:pt x="0" y="0"/>
                </a:moveTo>
                <a:lnTo>
                  <a:pt x="6788422" y="0"/>
                </a:lnTo>
                <a:lnTo>
                  <a:pt x="6788422" y="6788421"/>
                </a:lnTo>
                <a:lnTo>
                  <a:pt x="0" y="67884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184218" y="1998260"/>
            <a:ext cx="3685156" cy="7975090"/>
          </a:xfrm>
          <a:custGeom>
            <a:avLst/>
            <a:gdLst/>
            <a:ahLst/>
            <a:cxnLst/>
            <a:rect l="l" t="t" r="r" b="b"/>
            <a:pathLst>
              <a:path w="3685156" h="7975090">
                <a:moveTo>
                  <a:pt x="0" y="0"/>
                </a:moveTo>
                <a:lnTo>
                  <a:pt x="3685156" y="0"/>
                </a:lnTo>
                <a:lnTo>
                  <a:pt x="3685156" y="7975089"/>
                </a:lnTo>
                <a:lnTo>
                  <a:pt x="0" y="79750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8" b="-28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1278549" y="1995326"/>
            <a:ext cx="3686512" cy="7978024"/>
          </a:xfrm>
          <a:custGeom>
            <a:avLst/>
            <a:gdLst/>
            <a:ahLst/>
            <a:cxnLst/>
            <a:rect l="l" t="t" r="r" b="b"/>
            <a:pathLst>
              <a:path w="3686512" h="7978024">
                <a:moveTo>
                  <a:pt x="0" y="0"/>
                </a:moveTo>
                <a:lnTo>
                  <a:pt x="3686512" y="0"/>
                </a:lnTo>
                <a:lnTo>
                  <a:pt x="3686512" y="7978023"/>
                </a:lnTo>
                <a:lnTo>
                  <a:pt x="0" y="79780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28" b="-28"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458614" y="4302938"/>
            <a:ext cx="3783038" cy="50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-7717251" y="-4973623"/>
            <a:ext cx="11355339" cy="11355339"/>
          </a:xfrm>
          <a:custGeom>
            <a:avLst/>
            <a:gdLst/>
            <a:ahLst/>
            <a:cxnLst/>
            <a:rect l="l" t="t" r="r" b="b"/>
            <a:pathLst>
              <a:path w="11355339" h="11355339">
                <a:moveTo>
                  <a:pt x="0" y="0"/>
                </a:moveTo>
                <a:lnTo>
                  <a:pt x="11355339" y="0"/>
                </a:lnTo>
                <a:lnTo>
                  <a:pt x="11355339" y="11355339"/>
                </a:lnTo>
                <a:lnTo>
                  <a:pt x="0" y="113553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2131141" y="4073425"/>
            <a:ext cx="1072649" cy="1072649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6" name="TextBox 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01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2059566" y="1379499"/>
            <a:ext cx="8550780" cy="14024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898"/>
              </a:lnSpc>
              <a:spcBef>
                <a:spcPct val="0"/>
              </a:spcBef>
            </a:pPr>
            <a:r>
              <a:rPr lang="en-US" sz="7784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Plan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8614" y="7118979"/>
            <a:ext cx="3783038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Conception de l’application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131141" y="5393127"/>
            <a:ext cx="1072649" cy="1072649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02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2943812" y="5357322"/>
            <a:ext cx="9876107" cy="9876107"/>
          </a:xfrm>
          <a:custGeom>
            <a:avLst/>
            <a:gdLst/>
            <a:ahLst/>
            <a:cxnLst/>
            <a:rect l="l" t="t" r="r" b="b"/>
            <a:pathLst>
              <a:path w="9876107" h="9876107">
                <a:moveTo>
                  <a:pt x="0" y="0"/>
                </a:moveTo>
                <a:lnTo>
                  <a:pt x="9876107" y="0"/>
                </a:lnTo>
                <a:lnTo>
                  <a:pt x="9876107" y="9876106"/>
                </a:lnTo>
                <a:lnTo>
                  <a:pt x="0" y="98761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610346" y="5936793"/>
            <a:ext cx="4644732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 et perspectives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9282873" y="5707280"/>
            <a:ext cx="1072649" cy="1072649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 dirty="0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05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458614" y="5449931"/>
            <a:ext cx="5013686" cy="1030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Analyse et spécification des besoins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2131141" y="7074907"/>
            <a:ext cx="1072649" cy="107264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03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610346" y="4502193"/>
            <a:ext cx="3783038" cy="50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2987" b="1">
                <a:solidFill>
                  <a:srgbClr val="05066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Réalisation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282873" y="4272680"/>
            <a:ext cx="1072649" cy="1072649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E4EEFF">
                    <a:alpha val="100000"/>
                  </a:srgbClr>
                </a:gs>
                <a:gs pos="100000">
                  <a:srgbClr val="B0C5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4" name="TextBox 2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38"/>
                </a:lnSpc>
              </a:pPr>
              <a:r>
                <a:rPr lang="en-US" sz="2241" b="1">
                  <a:solidFill>
                    <a:srgbClr val="05066D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04</a:t>
              </a:r>
            </a:p>
          </p:txBody>
        </p:sp>
      </p:grpSp>
      <p:sp>
        <p:nvSpPr>
          <p:cNvPr id="25" name="Freeform 25"/>
          <p:cNvSpPr/>
          <p:nvPr/>
        </p:nvSpPr>
        <p:spPr>
          <a:xfrm>
            <a:off x="14535439" y="1876103"/>
            <a:ext cx="1439279" cy="1399001"/>
          </a:xfrm>
          <a:custGeom>
            <a:avLst/>
            <a:gdLst/>
            <a:ahLst/>
            <a:cxnLst/>
            <a:rect l="l" t="t" r="r" b="b"/>
            <a:pathLst>
              <a:path w="1439279" h="1399001">
                <a:moveTo>
                  <a:pt x="0" y="0"/>
                </a:moveTo>
                <a:lnTo>
                  <a:pt x="1439279" y="0"/>
                </a:lnTo>
                <a:lnTo>
                  <a:pt x="1439279" y="1399001"/>
                </a:lnTo>
                <a:lnTo>
                  <a:pt x="0" y="13990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144019" y="-8024716"/>
            <a:ext cx="16835464" cy="16835464"/>
          </a:xfrm>
          <a:custGeom>
            <a:avLst/>
            <a:gdLst/>
            <a:ahLst/>
            <a:cxnLst/>
            <a:rect l="l" t="t" r="r" b="b"/>
            <a:pathLst>
              <a:path w="16835464" h="16835464">
                <a:moveTo>
                  <a:pt x="0" y="0"/>
                </a:moveTo>
                <a:lnTo>
                  <a:pt x="16835464" y="0"/>
                </a:lnTo>
                <a:lnTo>
                  <a:pt x="16835464" y="16835464"/>
                </a:lnTo>
                <a:lnTo>
                  <a:pt x="0" y="16835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5369654" y="4013471"/>
            <a:ext cx="2533876" cy="3775782"/>
            <a:chOff x="0" y="0"/>
            <a:chExt cx="3663950" cy="5459730"/>
          </a:xfrm>
        </p:grpSpPr>
        <p:sp>
          <p:nvSpPr>
            <p:cNvPr id="4" name="Freeform 4"/>
            <p:cNvSpPr/>
            <p:nvPr/>
          </p:nvSpPr>
          <p:spPr>
            <a:xfrm>
              <a:off x="31750" y="31750"/>
              <a:ext cx="3600450" cy="5396230"/>
            </a:xfrm>
            <a:custGeom>
              <a:avLst/>
              <a:gdLst/>
              <a:ahLst/>
              <a:cxnLst/>
              <a:rect l="l" t="t" r="r" b="b"/>
              <a:pathLst>
                <a:path w="3600450" h="5396230">
                  <a:moveTo>
                    <a:pt x="3600450" y="5036820"/>
                  </a:moveTo>
                  <a:cubicBezTo>
                    <a:pt x="3600450" y="5236210"/>
                    <a:pt x="3439160" y="5396230"/>
                    <a:pt x="3241040" y="5396230"/>
                  </a:cubicBezTo>
                  <a:lnTo>
                    <a:pt x="359410" y="5396230"/>
                  </a:lnTo>
                  <a:cubicBezTo>
                    <a:pt x="160020" y="5396230"/>
                    <a:pt x="0" y="5234940"/>
                    <a:pt x="0" y="503682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5036820"/>
                  </a:lnTo>
                  <a:close/>
                </a:path>
              </a:pathLst>
            </a:custGeom>
            <a:blipFill>
              <a:blip r:embed="rId4"/>
              <a:stretch>
                <a:fillRect l="-62477" r="-62477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3663950" cy="5459730"/>
            </a:xfrm>
            <a:custGeom>
              <a:avLst/>
              <a:gdLst/>
              <a:ahLst/>
              <a:cxnLst/>
              <a:rect l="l" t="t" r="r" b="b"/>
              <a:pathLst>
                <a:path w="3663950" h="5459730">
                  <a:moveTo>
                    <a:pt x="3271520" y="5459730"/>
                  </a:moveTo>
                  <a:lnTo>
                    <a:pt x="391160" y="5459730"/>
                  </a:lnTo>
                  <a:cubicBezTo>
                    <a:pt x="175260" y="5459730"/>
                    <a:pt x="0" y="5284470"/>
                    <a:pt x="0" y="5068570"/>
                  </a:cubicBezTo>
                  <a:lnTo>
                    <a:pt x="0" y="39116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5067300"/>
                  </a:lnTo>
                  <a:cubicBezTo>
                    <a:pt x="3663950" y="5284470"/>
                    <a:pt x="3487420" y="5459730"/>
                    <a:pt x="3271520" y="545973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5067300"/>
                  </a:lnTo>
                  <a:cubicBezTo>
                    <a:pt x="63500" y="5248910"/>
                    <a:pt x="210820" y="5394960"/>
                    <a:pt x="391160" y="5394960"/>
                  </a:cubicBezTo>
                  <a:lnTo>
                    <a:pt x="3271520" y="5394960"/>
                  </a:lnTo>
                  <a:cubicBezTo>
                    <a:pt x="3453130" y="5394960"/>
                    <a:pt x="3599180" y="5247640"/>
                    <a:pt x="3599180" y="506730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7CB3FF"/>
            </a:solidFill>
          </p:spPr>
        </p:sp>
      </p:grpSp>
      <p:sp>
        <p:nvSpPr>
          <p:cNvPr id="6" name="AutoShape 6"/>
          <p:cNvSpPr/>
          <p:nvPr/>
        </p:nvSpPr>
        <p:spPr>
          <a:xfrm>
            <a:off x="7157162" y="5001250"/>
            <a:ext cx="777276" cy="0"/>
          </a:xfrm>
          <a:prstGeom prst="line">
            <a:avLst/>
          </a:prstGeom>
          <a:ln w="85725" cap="rnd">
            <a:solidFill>
              <a:srgbClr val="8EB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 flipV="1">
            <a:off x="7133239" y="6948339"/>
            <a:ext cx="751808" cy="0"/>
          </a:xfrm>
          <a:prstGeom prst="line">
            <a:avLst/>
          </a:prstGeom>
          <a:ln w="85725" cap="rnd">
            <a:solidFill>
              <a:srgbClr val="8EB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>
            <a:off x="15644650" y="8639630"/>
            <a:ext cx="5286700" cy="5286700"/>
          </a:xfrm>
          <a:custGeom>
            <a:avLst/>
            <a:gdLst/>
            <a:ahLst/>
            <a:cxnLst/>
            <a:rect l="l" t="t" r="r" b="b"/>
            <a:pathLst>
              <a:path w="5286700" h="5286700">
                <a:moveTo>
                  <a:pt x="0" y="0"/>
                </a:moveTo>
                <a:lnTo>
                  <a:pt x="5286700" y="0"/>
                </a:lnTo>
                <a:lnTo>
                  <a:pt x="5286700" y="5286700"/>
                </a:lnTo>
                <a:lnTo>
                  <a:pt x="0" y="52867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750345" y="1937436"/>
            <a:ext cx="4764888" cy="3176592"/>
          </a:xfrm>
          <a:custGeom>
            <a:avLst/>
            <a:gdLst/>
            <a:ahLst/>
            <a:cxnLst/>
            <a:rect l="l" t="t" r="r" b="b"/>
            <a:pathLst>
              <a:path w="4764888" h="3176592">
                <a:moveTo>
                  <a:pt x="0" y="0"/>
                </a:moveTo>
                <a:lnTo>
                  <a:pt x="4764888" y="0"/>
                </a:lnTo>
                <a:lnTo>
                  <a:pt x="4764888" y="3176592"/>
                </a:lnTo>
                <a:lnTo>
                  <a:pt x="0" y="31765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750345" y="5675837"/>
            <a:ext cx="4764888" cy="3569067"/>
          </a:xfrm>
          <a:custGeom>
            <a:avLst/>
            <a:gdLst/>
            <a:ahLst/>
            <a:cxnLst/>
            <a:rect l="l" t="t" r="r" b="b"/>
            <a:pathLst>
              <a:path w="4764888" h="3569067">
                <a:moveTo>
                  <a:pt x="0" y="0"/>
                </a:moveTo>
                <a:lnTo>
                  <a:pt x="4764888" y="0"/>
                </a:lnTo>
                <a:lnTo>
                  <a:pt x="4764888" y="3569067"/>
                </a:lnTo>
                <a:lnTo>
                  <a:pt x="0" y="35690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6985223" y="314360"/>
            <a:ext cx="9746254" cy="90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05066D"/>
                </a:solidFill>
                <a:latin typeface="Poppins"/>
                <a:ea typeface="Poppins"/>
                <a:cs typeface="Poppins"/>
                <a:sym typeface="Poppins"/>
              </a:rPr>
              <a:t>Conclusion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01244" y="2973282"/>
            <a:ext cx="8666869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appliquer mes connaissances en IoT et développement mobile à un projet concret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21341" y="5348913"/>
            <a:ext cx="8038737" cy="1047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offert une expérience immersive dans le monde professionnel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025997" y="7296001"/>
            <a:ext cx="8728127" cy="2114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développé une meilleure capacité d’adaptation et de résolution de problèmes, des compétences essentielles pour ma future carrière dans le domaine de l’IoT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4355" y="-574163"/>
            <a:ext cx="19316709" cy="4641060"/>
            <a:chOff x="0" y="0"/>
            <a:chExt cx="5087528" cy="12223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087528" cy="1222337"/>
            </a:xfrm>
            <a:custGeom>
              <a:avLst/>
              <a:gdLst/>
              <a:ahLst/>
              <a:cxnLst/>
              <a:rect l="l" t="t" r="r" b="b"/>
              <a:pathLst>
                <a:path w="5087528" h="1222337">
                  <a:moveTo>
                    <a:pt x="0" y="0"/>
                  </a:moveTo>
                  <a:lnTo>
                    <a:pt x="5087528" y="0"/>
                  </a:lnTo>
                  <a:lnTo>
                    <a:pt x="5087528" y="1222337"/>
                  </a:lnTo>
                  <a:lnTo>
                    <a:pt x="0" y="1222337"/>
                  </a:lnTo>
                  <a:close/>
                </a:path>
              </a:pathLst>
            </a:custGeom>
            <a:solidFill>
              <a:srgbClr val="B4CD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5087528" cy="12794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1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6246619" y="4254487"/>
            <a:ext cx="0" cy="4788501"/>
          </a:xfrm>
          <a:prstGeom prst="line">
            <a:avLst/>
          </a:prstGeom>
          <a:ln w="85725" cap="rnd">
            <a:solidFill>
              <a:srgbClr val="B0C5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11953770" y="4254487"/>
            <a:ext cx="0" cy="4788501"/>
          </a:xfrm>
          <a:prstGeom prst="line">
            <a:avLst/>
          </a:prstGeom>
          <a:ln w="85725" cap="rnd">
            <a:solidFill>
              <a:srgbClr val="B0C5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821392" y="8706931"/>
            <a:ext cx="1182403" cy="1182403"/>
          </a:xfrm>
          <a:custGeom>
            <a:avLst/>
            <a:gdLst/>
            <a:ahLst/>
            <a:cxnLst/>
            <a:rect l="l" t="t" r="r" b="b"/>
            <a:pathLst>
              <a:path w="1182403" h="1182403">
                <a:moveTo>
                  <a:pt x="0" y="0"/>
                </a:moveTo>
                <a:lnTo>
                  <a:pt x="1182403" y="0"/>
                </a:lnTo>
                <a:lnTo>
                  <a:pt x="1182403" y="1182403"/>
                </a:lnTo>
                <a:lnTo>
                  <a:pt x="0" y="11824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735721" y="4897712"/>
            <a:ext cx="4126351" cy="3630545"/>
          </a:xfrm>
          <a:custGeom>
            <a:avLst/>
            <a:gdLst/>
            <a:ahLst/>
            <a:cxnLst/>
            <a:rect l="l" t="t" r="r" b="b"/>
            <a:pathLst>
              <a:path w="4126351" h="3630545">
                <a:moveTo>
                  <a:pt x="0" y="0"/>
                </a:moveTo>
                <a:lnTo>
                  <a:pt x="4126351" y="0"/>
                </a:lnTo>
                <a:lnTo>
                  <a:pt x="4126351" y="3630545"/>
                </a:lnTo>
                <a:lnTo>
                  <a:pt x="0" y="36305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3656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7070532" y="4897712"/>
            <a:ext cx="4504096" cy="2997271"/>
          </a:xfrm>
          <a:custGeom>
            <a:avLst/>
            <a:gdLst/>
            <a:ahLst/>
            <a:cxnLst/>
            <a:rect l="l" t="t" r="r" b="b"/>
            <a:pathLst>
              <a:path w="4504096" h="2997271">
                <a:moveTo>
                  <a:pt x="0" y="0"/>
                </a:moveTo>
                <a:lnTo>
                  <a:pt x="4504096" y="0"/>
                </a:lnTo>
                <a:lnTo>
                  <a:pt x="4504096" y="2997272"/>
                </a:lnTo>
                <a:lnTo>
                  <a:pt x="0" y="29972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2777682" y="4853550"/>
            <a:ext cx="4498421" cy="3459873"/>
          </a:xfrm>
          <a:custGeom>
            <a:avLst/>
            <a:gdLst/>
            <a:ahLst/>
            <a:cxnLst/>
            <a:rect l="l" t="t" r="r" b="b"/>
            <a:pathLst>
              <a:path w="4498421" h="3459873">
                <a:moveTo>
                  <a:pt x="0" y="0"/>
                </a:moveTo>
                <a:lnTo>
                  <a:pt x="4498421" y="0"/>
                </a:lnTo>
                <a:lnTo>
                  <a:pt x="4498421" y="3459873"/>
                </a:lnTo>
                <a:lnTo>
                  <a:pt x="0" y="34598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7922" b="-2209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4432055" y="1408948"/>
            <a:ext cx="10056653" cy="98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  <a:spcBef>
                <a:spcPct val="0"/>
              </a:spcBef>
            </a:pPr>
            <a:r>
              <a:rPr lang="en-US" sz="5499">
                <a:solidFill>
                  <a:srgbClr val="FDFDFD"/>
                </a:solidFill>
                <a:latin typeface="Poppins"/>
                <a:ea typeface="Poppins"/>
                <a:cs typeface="Poppins"/>
                <a:sym typeface="Poppins"/>
              </a:rPr>
              <a:t>perspectives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5721" y="8323248"/>
            <a:ext cx="3894791" cy="71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4"/>
              </a:lnSpc>
            </a:pPr>
            <a:r>
              <a:rPr lang="en-US" sz="20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Développer un chatbot médical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08729" y="8275323"/>
            <a:ext cx="4227703" cy="7676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98"/>
              </a:lnSpc>
            </a:pPr>
            <a:r>
              <a:rPr lang="en-US" sz="2213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Intégrer la reconnaissance vocale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014238" y="8323248"/>
            <a:ext cx="3894791" cy="7197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54"/>
              </a:lnSpc>
            </a:pPr>
            <a:r>
              <a:rPr lang="en-US" sz="2038">
                <a:solidFill>
                  <a:srgbClr val="05066D"/>
                </a:solidFill>
                <a:latin typeface="Canva Sans"/>
                <a:ea typeface="Canva Sans"/>
                <a:cs typeface="Canva Sans"/>
                <a:sym typeface="Canva Sans"/>
              </a:rPr>
              <a:t>Fournir des prédictions personnalisées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376175" y="3771371"/>
            <a:ext cx="16139260" cy="16139260"/>
          </a:xfrm>
          <a:custGeom>
            <a:avLst/>
            <a:gdLst/>
            <a:ahLst/>
            <a:cxnLst/>
            <a:rect l="l" t="t" r="r" b="b"/>
            <a:pathLst>
              <a:path w="16139260" h="16139260">
                <a:moveTo>
                  <a:pt x="0" y="0"/>
                </a:moveTo>
                <a:lnTo>
                  <a:pt x="16139261" y="0"/>
                </a:lnTo>
                <a:lnTo>
                  <a:pt x="16139261" y="16139261"/>
                </a:lnTo>
                <a:lnTo>
                  <a:pt x="0" y="161392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15301" y="-3090277"/>
            <a:ext cx="6861649" cy="6861649"/>
          </a:xfrm>
          <a:custGeom>
            <a:avLst/>
            <a:gdLst/>
            <a:ahLst/>
            <a:cxnLst/>
            <a:rect l="l" t="t" r="r" b="b"/>
            <a:pathLst>
              <a:path w="6861649" h="6861649">
                <a:moveTo>
                  <a:pt x="0" y="0"/>
                </a:moveTo>
                <a:lnTo>
                  <a:pt x="6861648" y="0"/>
                </a:lnTo>
                <a:lnTo>
                  <a:pt x="6861648" y="6861648"/>
                </a:lnTo>
                <a:lnTo>
                  <a:pt x="0" y="6861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1465984" y="340547"/>
            <a:ext cx="6544442" cy="9635457"/>
          </a:xfrm>
          <a:custGeom>
            <a:avLst/>
            <a:gdLst/>
            <a:ahLst/>
            <a:cxnLst/>
            <a:rect l="l" t="t" r="r" b="b"/>
            <a:pathLst>
              <a:path w="6544442" h="9635457">
                <a:moveTo>
                  <a:pt x="0" y="0"/>
                </a:moveTo>
                <a:lnTo>
                  <a:pt x="6544442" y="0"/>
                </a:lnTo>
                <a:lnTo>
                  <a:pt x="6544442" y="9635457"/>
                </a:lnTo>
                <a:lnTo>
                  <a:pt x="0" y="9635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940" b="-940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086338" y="2798356"/>
            <a:ext cx="8537477" cy="5311900"/>
            <a:chOff x="0" y="0"/>
            <a:chExt cx="1957601" cy="121799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57601" cy="1217992"/>
            </a:xfrm>
            <a:custGeom>
              <a:avLst/>
              <a:gdLst/>
              <a:ahLst/>
              <a:cxnLst/>
              <a:rect l="l" t="t" r="r" b="b"/>
              <a:pathLst>
                <a:path w="1957601" h="1217992">
                  <a:moveTo>
                    <a:pt x="11789" y="0"/>
                  </a:moveTo>
                  <a:lnTo>
                    <a:pt x="1945812" y="0"/>
                  </a:lnTo>
                  <a:cubicBezTo>
                    <a:pt x="1948939" y="0"/>
                    <a:pt x="1951937" y="1242"/>
                    <a:pt x="1954148" y="3453"/>
                  </a:cubicBezTo>
                  <a:cubicBezTo>
                    <a:pt x="1956359" y="5664"/>
                    <a:pt x="1957601" y="8662"/>
                    <a:pt x="1957601" y="11789"/>
                  </a:cubicBezTo>
                  <a:lnTo>
                    <a:pt x="1957601" y="1206204"/>
                  </a:lnTo>
                  <a:cubicBezTo>
                    <a:pt x="1957601" y="1209330"/>
                    <a:pt x="1956359" y="1212329"/>
                    <a:pt x="1954148" y="1214539"/>
                  </a:cubicBezTo>
                  <a:cubicBezTo>
                    <a:pt x="1951937" y="1216750"/>
                    <a:pt x="1948939" y="1217992"/>
                    <a:pt x="1945812" y="1217992"/>
                  </a:cubicBezTo>
                  <a:lnTo>
                    <a:pt x="11789" y="1217992"/>
                  </a:lnTo>
                  <a:cubicBezTo>
                    <a:pt x="8662" y="1217992"/>
                    <a:pt x="5664" y="1216750"/>
                    <a:pt x="3453" y="1214539"/>
                  </a:cubicBezTo>
                  <a:cubicBezTo>
                    <a:pt x="1242" y="1212329"/>
                    <a:pt x="0" y="1209330"/>
                    <a:pt x="0" y="1206204"/>
                  </a:cubicBezTo>
                  <a:lnTo>
                    <a:pt x="0" y="11789"/>
                  </a:lnTo>
                  <a:cubicBezTo>
                    <a:pt x="0" y="8662"/>
                    <a:pt x="1242" y="5664"/>
                    <a:pt x="3453" y="3453"/>
                  </a:cubicBezTo>
                  <a:cubicBezTo>
                    <a:pt x="5664" y="1242"/>
                    <a:pt x="8662" y="0"/>
                    <a:pt x="1178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6675" cap="sq">
              <a:solidFill>
                <a:srgbClr val="05066D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161925"/>
              <a:ext cx="1957601" cy="1379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8007"/>
                </a:lnSpc>
                <a:spcBef>
                  <a:spcPct val="0"/>
                </a:spcBef>
              </a:pPr>
              <a:r>
                <a:rPr lang="en-US" sz="5719" dirty="0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Merci pour </a:t>
              </a:r>
              <a:r>
                <a:rPr lang="en-US" sz="5719" dirty="0" err="1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votre</a:t>
              </a:r>
              <a:r>
                <a:rPr lang="en-US" sz="5719" dirty="0">
                  <a:solidFill>
                    <a:srgbClr val="05066D"/>
                  </a:solidFill>
                  <a:latin typeface="Poppins"/>
                  <a:ea typeface="Poppins"/>
                  <a:cs typeface="Poppins"/>
                  <a:sym typeface="Poppins"/>
                </a:rPr>
                <a:t> attention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6195950" y="8537125"/>
            <a:ext cx="741938" cy="721175"/>
          </a:xfrm>
          <a:custGeom>
            <a:avLst/>
            <a:gdLst/>
            <a:ahLst/>
            <a:cxnLst/>
            <a:rect l="l" t="t" r="r" b="b"/>
            <a:pathLst>
              <a:path w="741938" h="721175">
                <a:moveTo>
                  <a:pt x="0" y="0"/>
                </a:moveTo>
                <a:lnTo>
                  <a:pt x="741938" y="0"/>
                </a:lnTo>
                <a:lnTo>
                  <a:pt x="741938" y="721175"/>
                </a:lnTo>
                <a:lnTo>
                  <a:pt x="0" y="72117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290</Words>
  <Application>Microsoft Office PowerPoint</Application>
  <PresentationFormat>Personnalisé</PresentationFormat>
  <Paragraphs>102</Paragraphs>
  <Slides>20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Arial</vt:lpstr>
      <vt:lpstr>Canva Sans Bold</vt:lpstr>
      <vt:lpstr>Calibri</vt:lpstr>
      <vt:lpstr>Poppins Bold</vt:lpstr>
      <vt:lpstr>Canva Sans</vt:lpstr>
      <vt:lpstr>Poppins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Light Blue Professional Modern Health Care Presentation</dc:title>
  <cp:lastModifiedBy>jihene guetari</cp:lastModifiedBy>
  <cp:revision>2</cp:revision>
  <dcterms:created xsi:type="dcterms:W3CDTF">2006-08-16T00:00:00Z</dcterms:created>
  <dcterms:modified xsi:type="dcterms:W3CDTF">2025-03-06T23:03:03Z</dcterms:modified>
  <dc:identifier>DAGg5WY4u7w</dc:identifier>
</cp:coreProperties>
</file>